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  <p:sldId id="264" r:id="rId9"/>
    <p:sldId id="262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6858000" cy="9144000"/>
  <p:embeddedFontLst>
    <p:embeddedFont>
      <p:font typeface="Cascadia Mono" panose="020B0609020000020004" pitchFamily="49" charset="0"/>
      <p:regular r:id="rId20"/>
      <p:bold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SemiBold" panose="000007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EF5B19-2768-4F33-9544-FA31CCD0274E}" v="44" dt="2026-09-10T05:22:35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83" autoAdjust="0"/>
  </p:normalViewPr>
  <p:slideViewPr>
    <p:cSldViewPr snapToGrid="0">
      <p:cViewPr varScale="1">
        <p:scale>
          <a:sx n="81" d="100"/>
          <a:sy n="81" d="100"/>
        </p:scale>
        <p:origin x="788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microsoft.com/office/2015/10/relationships/revisionInfo" Target="revisionInfo.xml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Bull" userId="b822ec4b4ba605d9" providerId="LiveId" clId="{6FB5E0C2-A063-444D-BE19-C419DE2F2F91}"/>
    <pc:docChg chg="undo custSel addSld delSld modSld sldOrd">
      <pc:chgData name="Paul Bull" userId="b822ec4b4ba605d9" providerId="LiveId" clId="{6FB5E0C2-A063-444D-BE19-C419DE2F2F91}" dt="2026-09-11T15:39:23.924" v="2647" actId="20577"/>
      <pc:docMkLst>
        <pc:docMk/>
      </pc:docMkLst>
      <pc:sldChg chg="addSp delSp modSp mod">
        <pc:chgData name="Paul Bull" userId="b822ec4b4ba605d9" providerId="LiveId" clId="{6FB5E0C2-A063-444D-BE19-C419DE2F2F91}" dt="2026-09-11T15:31:14.924" v="2597" actId="14100"/>
        <pc:sldMkLst>
          <pc:docMk/>
          <pc:sldMk cId="0" sldId="256"/>
        </pc:sldMkLst>
        <pc:spChg chg="mod">
          <ac:chgData name="Paul Bull" userId="b822ec4b4ba605d9" providerId="LiveId" clId="{6FB5E0C2-A063-444D-BE19-C419DE2F2F91}" dt="2026-09-08T12:54:24.349" v="138" actId="27636"/>
          <ac:spMkLst>
            <pc:docMk/>
            <pc:sldMk cId="0" sldId="256"/>
            <ac:spMk id="134" creationId="{00000000-0000-0000-0000-000000000000}"/>
          </ac:spMkLst>
        </pc:spChg>
        <pc:spChg chg="mod">
          <ac:chgData name="Paul Bull" userId="b822ec4b4ba605d9" providerId="LiveId" clId="{6FB5E0C2-A063-444D-BE19-C419DE2F2F91}" dt="2026-09-08T12:54:31.657" v="147" actId="20577"/>
          <ac:spMkLst>
            <pc:docMk/>
            <pc:sldMk cId="0" sldId="256"/>
            <ac:spMk id="135" creationId="{00000000-0000-0000-0000-000000000000}"/>
          </ac:spMkLst>
        </pc:spChg>
        <pc:picChg chg="add mod">
          <ac:chgData name="Paul Bull" userId="b822ec4b4ba605d9" providerId="LiveId" clId="{6FB5E0C2-A063-444D-BE19-C419DE2F2F91}" dt="2026-09-11T15:31:14.924" v="2597" actId="14100"/>
          <ac:picMkLst>
            <pc:docMk/>
            <pc:sldMk cId="0" sldId="256"/>
            <ac:picMk id="2" creationId="{D25912D8-A1C5-1BE2-DE99-F9620498396D}"/>
          </ac:picMkLst>
        </pc:picChg>
      </pc:sldChg>
      <pc:sldChg chg="modSp mod">
        <pc:chgData name="Paul Bull" userId="b822ec4b4ba605d9" providerId="LiveId" clId="{6FB5E0C2-A063-444D-BE19-C419DE2F2F91}" dt="2026-09-08T13:04:17.058" v="271" actId="20577"/>
        <pc:sldMkLst>
          <pc:docMk/>
          <pc:sldMk cId="0" sldId="257"/>
        </pc:sldMkLst>
        <pc:spChg chg="mod">
          <ac:chgData name="Paul Bull" userId="b822ec4b4ba605d9" providerId="LiveId" clId="{6FB5E0C2-A063-444D-BE19-C419DE2F2F91}" dt="2026-09-08T13:04:17.058" v="271" actId="20577"/>
          <ac:spMkLst>
            <pc:docMk/>
            <pc:sldMk cId="0" sldId="257"/>
            <ac:spMk id="150" creationId="{00000000-0000-0000-0000-000000000000}"/>
          </ac:spMkLst>
        </pc:spChg>
      </pc:sldChg>
      <pc:sldChg chg="modSp mod">
        <pc:chgData name="Paul Bull" userId="b822ec4b4ba605d9" providerId="LiveId" clId="{6FB5E0C2-A063-444D-BE19-C419DE2F2F91}" dt="2026-09-08T13:04:52.355" v="355" actId="20577"/>
        <pc:sldMkLst>
          <pc:docMk/>
          <pc:sldMk cId="0" sldId="258"/>
        </pc:sldMkLst>
        <pc:spChg chg="mod">
          <ac:chgData name="Paul Bull" userId="b822ec4b4ba605d9" providerId="LiveId" clId="{6FB5E0C2-A063-444D-BE19-C419DE2F2F91}" dt="2026-09-08T13:04:52.355" v="355" actId="20577"/>
          <ac:spMkLst>
            <pc:docMk/>
            <pc:sldMk cId="0" sldId="258"/>
            <ac:spMk id="164" creationId="{00000000-0000-0000-0000-000000000000}"/>
          </ac:spMkLst>
        </pc:spChg>
      </pc:sldChg>
      <pc:sldChg chg="addSp delSp modSp mod ord modClrScheme chgLayout">
        <pc:chgData name="Paul Bull" userId="b822ec4b4ba605d9" providerId="LiveId" clId="{6FB5E0C2-A063-444D-BE19-C419DE2F2F91}" dt="2026-09-10T05:28:41.991" v="2530" actId="13926"/>
        <pc:sldMkLst>
          <pc:docMk/>
          <pc:sldMk cId="0" sldId="259"/>
        </pc:sldMkLst>
        <pc:spChg chg="mod ord">
          <ac:chgData name="Paul Bull" userId="b822ec4b4ba605d9" providerId="LiveId" clId="{6FB5E0C2-A063-444D-BE19-C419DE2F2F91}" dt="2026-09-08T13:07:39.532" v="415" actId="700"/>
          <ac:spMkLst>
            <pc:docMk/>
            <pc:sldMk cId="0" sldId="259"/>
            <ac:spMk id="3" creationId="{669EAD94-D4D3-047B-7596-97B7715CCE02}"/>
          </ac:spMkLst>
        </pc:spChg>
        <pc:spChg chg="mod">
          <ac:chgData name="Paul Bull" userId="b822ec4b4ba605d9" providerId="LiveId" clId="{6FB5E0C2-A063-444D-BE19-C419DE2F2F91}" dt="2026-09-08T13:19:34.464" v="535" actId="14100"/>
          <ac:spMkLst>
            <pc:docMk/>
            <pc:sldMk cId="0" sldId="259"/>
            <ac:spMk id="11" creationId="{7ECDD4CE-FB02-46CA-7473-0B8434EE6858}"/>
          </ac:spMkLst>
        </pc:spChg>
        <pc:spChg chg="mod">
          <ac:chgData name="Paul Bull" userId="b822ec4b4ba605d9" providerId="LiveId" clId="{6FB5E0C2-A063-444D-BE19-C419DE2F2F91}" dt="2026-09-08T13:17:22.939" v="517" actId="255"/>
          <ac:spMkLst>
            <pc:docMk/>
            <pc:sldMk cId="0" sldId="259"/>
            <ac:spMk id="14" creationId="{30EE8AEA-F576-CB06-2596-2784522DCD14}"/>
          </ac:spMkLst>
        </pc:spChg>
        <pc:spChg chg="mod">
          <ac:chgData name="Paul Bull" userId="b822ec4b4ba605d9" providerId="LiveId" clId="{6FB5E0C2-A063-444D-BE19-C419DE2F2F91}" dt="2026-09-08T13:20:08.586" v="537" actId="255"/>
          <ac:spMkLst>
            <pc:docMk/>
            <pc:sldMk cId="0" sldId="259"/>
            <ac:spMk id="15" creationId="{CFD0CB30-5710-5878-18A7-348AED0F77C1}"/>
          </ac:spMkLst>
        </pc:spChg>
        <pc:spChg chg="mod">
          <ac:chgData name="Paul Bull" userId="b822ec4b4ba605d9" providerId="LiveId" clId="{6FB5E0C2-A063-444D-BE19-C419DE2F2F91}" dt="2026-09-08T13:17:22.939" v="517" actId="255"/>
          <ac:spMkLst>
            <pc:docMk/>
            <pc:sldMk cId="0" sldId="259"/>
            <ac:spMk id="16" creationId="{5AE13E63-20C3-46B0-D016-94C499DE6159}"/>
          </ac:spMkLst>
        </pc:spChg>
        <pc:spChg chg="mod">
          <ac:chgData name="Paul Bull" userId="b822ec4b4ba605d9" providerId="LiveId" clId="{6FB5E0C2-A063-444D-BE19-C419DE2F2F91}" dt="2026-09-08T13:17:22.939" v="517" actId="255"/>
          <ac:spMkLst>
            <pc:docMk/>
            <pc:sldMk cId="0" sldId="259"/>
            <ac:spMk id="20" creationId="{06ED2B42-AD5A-3737-1ADF-D6E4AD769BD6}"/>
          </ac:spMkLst>
        </pc:spChg>
        <pc:spChg chg="mod">
          <ac:chgData name="Paul Bull" userId="b822ec4b4ba605d9" providerId="LiveId" clId="{6FB5E0C2-A063-444D-BE19-C419DE2F2F91}" dt="2026-09-08T13:19:52.801" v="536" actId="255"/>
          <ac:spMkLst>
            <pc:docMk/>
            <pc:sldMk cId="0" sldId="259"/>
            <ac:spMk id="23" creationId="{1E79FC70-4A69-7878-4410-AE2E57F6405E}"/>
          </ac:spMkLst>
        </pc:spChg>
        <pc:spChg chg="mod">
          <ac:chgData name="Paul Bull" userId="b822ec4b4ba605d9" providerId="LiveId" clId="{6FB5E0C2-A063-444D-BE19-C419DE2F2F91}" dt="2026-09-08T13:19:52.801" v="536" actId="255"/>
          <ac:spMkLst>
            <pc:docMk/>
            <pc:sldMk cId="0" sldId="259"/>
            <ac:spMk id="24" creationId="{D751C27C-F427-0D71-A355-8F1C9BE304AB}"/>
          </ac:spMkLst>
        </pc:spChg>
        <pc:spChg chg="mod">
          <ac:chgData name="Paul Bull" userId="b822ec4b4ba605d9" providerId="LiveId" clId="{6FB5E0C2-A063-444D-BE19-C419DE2F2F91}" dt="2026-09-08T13:19:52.801" v="536" actId="255"/>
          <ac:spMkLst>
            <pc:docMk/>
            <pc:sldMk cId="0" sldId="259"/>
            <ac:spMk id="25" creationId="{7FEE6EE7-3210-0F91-5475-15AAA835A68D}"/>
          </ac:spMkLst>
        </pc:spChg>
        <pc:spChg chg="mod">
          <ac:chgData name="Paul Bull" userId="b822ec4b4ba605d9" providerId="LiveId" clId="{6FB5E0C2-A063-444D-BE19-C419DE2F2F91}" dt="2026-09-08T13:20:08.586" v="537" actId="255"/>
          <ac:spMkLst>
            <pc:docMk/>
            <pc:sldMk cId="0" sldId="259"/>
            <ac:spMk id="26" creationId="{301EF742-C8BA-8BEB-9A76-F81C7501C745}"/>
          </ac:spMkLst>
        </pc:spChg>
        <pc:spChg chg="mod">
          <ac:chgData name="Paul Bull" userId="b822ec4b4ba605d9" providerId="LiveId" clId="{6FB5E0C2-A063-444D-BE19-C419DE2F2F91}" dt="2026-09-08T13:17:22.939" v="517" actId="255"/>
          <ac:spMkLst>
            <pc:docMk/>
            <pc:sldMk cId="0" sldId="259"/>
            <ac:spMk id="28" creationId="{3943B5F7-E64D-0B93-4F6D-B42E20737DD0}"/>
          </ac:spMkLst>
        </pc:spChg>
        <pc:spChg chg="mod">
          <ac:chgData name="Paul Bull" userId="b822ec4b4ba605d9" providerId="LiveId" clId="{6FB5E0C2-A063-444D-BE19-C419DE2F2F91}" dt="2026-09-08T13:20:08.586" v="537" actId="255"/>
          <ac:spMkLst>
            <pc:docMk/>
            <pc:sldMk cId="0" sldId="259"/>
            <ac:spMk id="29" creationId="{DEB5C490-0ABF-1FB4-96BC-0709D15B1C4F}"/>
          </ac:spMkLst>
        </pc:spChg>
        <pc:spChg chg="mod">
          <ac:chgData name="Paul Bull" userId="b822ec4b4ba605d9" providerId="LiveId" clId="{6FB5E0C2-A063-444D-BE19-C419DE2F2F91}" dt="2026-09-08T13:21:12.298" v="538" actId="255"/>
          <ac:spMkLst>
            <pc:docMk/>
            <pc:sldMk cId="0" sldId="259"/>
            <ac:spMk id="30" creationId="{C902A4A7-0F32-74FE-D76B-41317E3BD533}"/>
          </ac:spMkLst>
        </pc:spChg>
        <pc:spChg chg="mod">
          <ac:chgData name="Paul Bull" userId="b822ec4b4ba605d9" providerId="LiveId" clId="{6FB5E0C2-A063-444D-BE19-C419DE2F2F91}" dt="2026-09-08T13:19:52.801" v="536" actId="255"/>
          <ac:spMkLst>
            <pc:docMk/>
            <pc:sldMk cId="0" sldId="259"/>
            <ac:spMk id="31" creationId="{1276D6CB-4688-42CF-8627-E63EA29E7B2F}"/>
          </ac:spMkLst>
        </pc:spChg>
        <pc:spChg chg="mod">
          <ac:chgData name="Paul Bull" userId="b822ec4b4ba605d9" providerId="LiveId" clId="{6FB5E0C2-A063-444D-BE19-C419DE2F2F91}" dt="2026-09-08T13:17:22.939" v="517" actId="255"/>
          <ac:spMkLst>
            <pc:docMk/>
            <pc:sldMk cId="0" sldId="259"/>
            <ac:spMk id="32" creationId="{80CB56BF-C3CD-038C-521A-AA26647A6F82}"/>
          </ac:spMkLst>
        </pc:spChg>
        <pc:spChg chg="mod">
          <ac:chgData name="Paul Bull" userId="b822ec4b4ba605d9" providerId="LiveId" clId="{6FB5E0C2-A063-444D-BE19-C419DE2F2F91}" dt="2026-09-08T13:17:22.939" v="517" actId="255"/>
          <ac:spMkLst>
            <pc:docMk/>
            <pc:sldMk cId="0" sldId="259"/>
            <ac:spMk id="33" creationId="{59014CB3-5735-4748-8D87-DB5AF2CB763F}"/>
          </ac:spMkLst>
        </pc:spChg>
        <pc:spChg chg="mod">
          <ac:chgData name="Paul Bull" userId="b822ec4b4ba605d9" providerId="LiveId" clId="{6FB5E0C2-A063-444D-BE19-C419DE2F2F91}" dt="2026-09-10T05:28:41.991" v="2530" actId="13926"/>
          <ac:spMkLst>
            <pc:docMk/>
            <pc:sldMk cId="0" sldId="259"/>
            <ac:spMk id="38" creationId="{A3DC635F-9720-F039-83EC-6D44077629A6}"/>
          </ac:spMkLst>
        </pc:spChg>
        <pc:spChg chg="mod">
          <ac:chgData name="Paul Bull" userId="b822ec4b4ba605d9" providerId="LiveId" clId="{6FB5E0C2-A063-444D-BE19-C419DE2F2F91}" dt="2026-09-08T13:17:22.939" v="517" actId="255"/>
          <ac:spMkLst>
            <pc:docMk/>
            <pc:sldMk cId="0" sldId="259"/>
            <ac:spMk id="40" creationId="{FF74CAE4-B494-1E45-4362-F3817BA9A5EE}"/>
          </ac:spMkLst>
        </pc:spChg>
        <pc:spChg chg="mod ord">
          <ac:chgData name="Paul Bull" userId="b822ec4b4ba605d9" providerId="LiveId" clId="{6FB5E0C2-A063-444D-BE19-C419DE2F2F91}" dt="2026-09-09T04:59:20.793" v="1755" actId="20577"/>
          <ac:spMkLst>
            <pc:docMk/>
            <pc:sldMk cId="0" sldId="259"/>
            <ac:spMk id="177" creationId="{00000000-0000-0000-0000-000000000000}"/>
          </ac:spMkLst>
        </pc:spChg>
        <pc:grpChg chg="mod">
          <ac:chgData name="Paul Bull" userId="b822ec4b4ba605d9" providerId="LiveId" clId="{6FB5E0C2-A063-444D-BE19-C419DE2F2F91}" dt="2026-09-08T13:19:12.422" v="532" actId="1076"/>
          <ac:grpSpMkLst>
            <pc:docMk/>
            <pc:sldMk cId="0" sldId="259"/>
            <ac:grpSpMk id="9" creationId="{FB35D94A-ABA9-425D-1BB1-303B94EB3720}"/>
          </ac:grpSpMkLst>
        </pc:grpChg>
        <pc:picChg chg="add mod">
          <ac:chgData name="Paul Bull" userId="b822ec4b4ba605d9" providerId="LiveId" clId="{6FB5E0C2-A063-444D-BE19-C419DE2F2F91}" dt="2026-09-08T13:17:50.961" v="521" actId="1076"/>
          <ac:picMkLst>
            <pc:docMk/>
            <pc:sldMk cId="0" sldId="259"/>
            <ac:picMk id="4" creationId="{D616BCEF-5475-CFA1-3E3A-1D82FE21B9C2}"/>
          </ac:picMkLst>
        </pc:picChg>
        <pc:picChg chg="add mod">
          <ac:chgData name="Paul Bull" userId="b822ec4b4ba605d9" providerId="LiveId" clId="{6FB5E0C2-A063-444D-BE19-C419DE2F2F91}" dt="2026-09-08T13:17:55.371" v="522" actId="1076"/>
          <ac:picMkLst>
            <pc:docMk/>
            <pc:sldMk cId="0" sldId="259"/>
            <ac:picMk id="5" creationId="{8816CA2E-5754-D255-FB2E-5B38D07C281C}"/>
          </ac:picMkLst>
        </pc:picChg>
        <pc:picChg chg="add mod">
          <ac:chgData name="Paul Bull" userId="b822ec4b4ba605d9" providerId="LiveId" clId="{6FB5E0C2-A063-444D-BE19-C419DE2F2F91}" dt="2026-09-08T13:17:57.675" v="523" actId="1076"/>
          <ac:picMkLst>
            <pc:docMk/>
            <pc:sldMk cId="0" sldId="259"/>
            <ac:picMk id="6" creationId="{50E6E723-97B1-A1CD-CDBC-E8FD607D3B53}"/>
          </ac:picMkLst>
        </pc:picChg>
        <pc:picChg chg="add mod">
          <ac:chgData name="Paul Bull" userId="b822ec4b4ba605d9" providerId="LiveId" clId="{6FB5E0C2-A063-444D-BE19-C419DE2F2F91}" dt="2026-09-08T13:18:03.355" v="524" actId="1076"/>
          <ac:picMkLst>
            <pc:docMk/>
            <pc:sldMk cId="0" sldId="259"/>
            <ac:picMk id="7" creationId="{E614DEAE-DA60-5888-A127-3DF0944E9083}"/>
          </ac:picMkLst>
        </pc:picChg>
        <pc:picChg chg="add mod">
          <ac:chgData name="Paul Bull" userId="b822ec4b4ba605d9" providerId="LiveId" clId="{6FB5E0C2-A063-444D-BE19-C419DE2F2F91}" dt="2026-09-08T13:18:05.528" v="525" actId="1076"/>
          <ac:picMkLst>
            <pc:docMk/>
            <pc:sldMk cId="0" sldId="259"/>
            <ac:picMk id="8" creationId="{0C8D709F-2814-31B1-AF80-0B5247025713}"/>
          </ac:picMkLst>
        </pc:picChg>
      </pc:sldChg>
      <pc:sldChg chg="modSp mod ord">
        <pc:chgData name="Paul Bull" userId="b822ec4b4ba605d9" providerId="LiveId" clId="{6FB5E0C2-A063-444D-BE19-C419DE2F2F91}" dt="2026-09-08T13:05:13.354" v="367" actId="20577"/>
        <pc:sldMkLst>
          <pc:docMk/>
          <pc:sldMk cId="186240782" sldId="260"/>
        </pc:sldMkLst>
        <pc:spChg chg="mod">
          <ac:chgData name="Paul Bull" userId="b822ec4b4ba605d9" providerId="LiveId" clId="{6FB5E0C2-A063-444D-BE19-C419DE2F2F91}" dt="2026-09-08T13:05:13.354" v="367" actId="20577"/>
          <ac:spMkLst>
            <pc:docMk/>
            <pc:sldMk cId="186240782" sldId="260"/>
            <ac:spMk id="177" creationId="{00000000-0000-0000-0000-000000000000}"/>
          </ac:spMkLst>
        </pc:spChg>
      </pc:sldChg>
      <pc:sldChg chg="modSp add mod">
        <pc:chgData name="Paul Bull" userId="b822ec4b4ba605d9" providerId="LiveId" clId="{6FB5E0C2-A063-444D-BE19-C419DE2F2F91}" dt="2026-09-08T13:05:28.296" v="376" actId="20577"/>
        <pc:sldMkLst>
          <pc:docMk/>
          <pc:sldMk cId="1241359127" sldId="261"/>
        </pc:sldMkLst>
        <pc:spChg chg="mod">
          <ac:chgData name="Paul Bull" userId="b822ec4b4ba605d9" providerId="LiveId" clId="{6FB5E0C2-A063-444D-BE19-C419DE2F2F91}" dt="2026-09-08T13:05:28.296" v="376" actId="20577"/>
          <ac:spMkLst>
            <pc:docMk/>
            <pc:sldMk cId="1241359127" sldId="261"/>
            <ac:spMk id="177" creationId="{8687FB65-3978-1D5B-71C9-0018C9E5B568}"/>
          </ac:spMkLst>
        </pc:spChg>
      </pc:sldChg>
      <pc:sldChg chg="modSp add mod">
        <pc:chgData name="Paul Bull" userId="b822ec4b4ba605d9" providerId="LiveId" clId="{6FB5E0C2-A063-444D-BE19-C419DE2F2F91}" dt="2026-09-08T13:05:33.714" v="384" actId="20577"/>
        <pc:sldMkLst>
          <pc:docMk/>
          <pc:sldMk cId="1017810577" sldId="262"/>
        </pc:sldMkLst>
        <pc:spChg chg="mod">
          <ac:chgData name="Paul Bull" userId="b822ec4b4ba605d9" providerId="LiveId" clId="{6FB5E0C2-A063-444D-BE19-C419DE2F2F91}" dt="2026-09-08T13:05:33.714" v="384" actId="20577"/>
          <ac:spMkLst>
            <pc:docMk/>
            <pc:sldMk cId="1017810577" sldId="262"/>
            <ac:spMk id="177" creationId="{F42F0044-4752-4354-4AEC-1CF6875215FD}"/>
          </ac:spMkLst>
        </pc:spChg>
      </pc:sldChg>
      <pc:sldChg chg="addSp delSp modSp new mod">
        <pc:chgData name="Paul Bull" userId="b822ec4b4ba605d9" providerId="LiveId" clId="{6FB5E0C2-A063-444D-BE19-C419DE2F2F91}" dt="2026-09-09T04:59:51.803" v="1763" actId="20577"/>
        <pc:sldMkLst>
          <pc:docMk/>
          <pc:sldMk cId="866695540" sldId="263"/>
        </pc:sldMkLst>
        <pc:spChg chg="mod">
          <ac:chgData name="Paul Bull" userId="b822ec4b4ba605d9" providerId="LiveId" clId="{6FB5E0C2-A063-444D-BE19-C419DE2F2F91}" dt="2026-09-09T04:59:51.803" v="1763" actId="20577"/>
          <ac:spMkLst>
            <pc:docMk/>
            <pc:sldMk cId="866695540" sldId="263"/>
            <ac:spMk id="2" creationId="{118190FB-A852-D4B2-623A-1D19AD251F26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7" creationId="{43CF4D5D-D5CB-1A25-3F49-897A15D4D8C9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10" creationId="{A2B0DF21-671E-CECD-E14A-53975F18FB07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16" creationId="{36D61CCF-0FBE-A20A-B4F0-22C06E656898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17" creationId="{907343CB-D76E-E058-9912-C47BE5C017AB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20" creationId="{D1DCB0DF-588D-7509-DA63-BBFB3733CA47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25" creationId="{3F1D66CC-9E2F-4641-5456-630C6A71F5C3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26" creationId="{63A6E064-DEEE-C55B-2546-B6DD2C6F9834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28" creationId="{F24731C9-8B0A-4547-E8B3-162414E85680}"/>
          </ac:spMkLst>
        </pc:spChg>
        <pc:spChg chg="mod">
          <ac:chgData name="Paul Bull" userId="b822ec4b4ba605d9" providerId="LiveId" clId="{6FB5E0C2-A063-444D-BE19-C419DE2F2F91}" dt="2026-09-08T13:11:58.883" v="426"/>
          <ac:spMkLst>
            <pc:docMk/>
            <pc:sldMk cId="866695540" sldId="263"/>
            <ac:spMk id="29" creationId="{6BA8F7FA-109E-4E43-5B6A-2AA96D51D429}"/>
          </ac:spMkLst>
        </pc:spChg>
        <pc:spChg chg="add mod">
          <ac:chgData name="Paul Bull" userId="b822ec4b4ba605d9" providerId="LiveId" clId="{6FB5E0C2-A063-444D-BE19-C419DE2F2F91}" dt="2026-09-08T13:22:59.041" v="548" actId="20577"/>
          <ac:spMkLst>
            <pc:docMk/>
            <pc:sldMk cId="866695540" sldId="263"/>
            <ac:spMk id="32" creationId="{7AE74704-2786-2289-5126-AF9212CB45FE}"/>
          </ac:spMkLst>
        </pc:spChg>
        <pc:grpChg chg="mod">
          <ac:chgData name="Paul Bull" userId="b822ec4b4ba605d9" providerId="LiveId" clId="{6FB5E0C2-A063-444D-BE19-C419DE2F2F91}" dt="2026-09-08T13:13:34.464" v="504" actId="1076"/>
          <ac:grpSpMkLst>
            <pc:docMk/>
            <pc:sldMk cId="866695540" sldId="263"/>
            <ac:grpSpMk id="5" creationId="{5939FD88-FF58-A6F8-4D54-624F7818FAD0}"/>
          </ac:grpSpMkLst>
        </pc:grpChg>
        <pc:grpChg chg="mod">
          <ac:chgData name="Paul Bull" userId="b822ec4b4ba605d9" providerId="LiveId" clId="{6FB5E0C2-A063-444D-BE19-C419DE2F2F91}" dt="2026-09-08T13:13:34.464" v="504" actId="1076"/>
          <ac:grpSpMkLst>
            <pc:docMk/>
            <pc:sldMk cId="866695540" sldId="263"/>
            <ac:grpSpMk id="19" creationId="{6BF46AD2-7E26-E112-B929-F3B3A2CB7609}"/>
          </ac:grpSpMkLst>
        </pc:grpChg>
        <pc:grpChg chg="mod">
          <ac:chgData name="Paul Bull" userId="b822ec4b4ba605d9" providerId="LiveId" clId="{6FB5E0C2-A063-444D-BE19-C419DE2F2F91}" dt="2026-09-08T13:13:34.464" v="504" actId="1076"/>
          <ac:grpSpMkLst>
            <pc:docMk/>
            <pc:sldMk cId="866695540" sldId="263"/>
            <ac:grpSpMk id="27" creationId="{E195DE8A-94D1-FC11-6807-9483D12DC883}"/>
          </ac:grpSpMkLst>
        </pc:grpChg>
      </pc:sldChg>
      <pc:sldChg chg="addSp delSp modSp add mod chgLayout">
        <pc:chgData name="Paul Bull" userId="b822ec4b4ba605d9" providerId="LiveId" clId="{6FB5E0C2-A063-444D-BE19-C419DE2F2F91}" dt="2026-09-10T05:29:33.968" v="2531" actId="20577"/>
        <pc:sldMkLst>
          <pc:docMk/>
          <pc:sldMk cId="833324075" sldId="264"/>
        </pc:sldMkLst>
        <pc:spChg chg="mod ord">
          <ac:chgData name="Paul Bull" userId="b822ec4b4ba605d9" providerId="LiveId" clId="{6FB5E0C2-A063-444D-BE19-C419DE2F2F91}" dt="2026-09-09T04:44:07.721" v="1016" actId="20577"/>
          <ac:spMkLst>
            <pc:docMk/>
            <pc:sldMk cId="833324075" sldId="264"/>
            <ac:spMk id="2" creationId="{3DB8BAFD-8660-6DE7-2135-7EC48469D1BB}"/>
          </ac:spMkLst>
        </pc:spChg>
        <pc:spChg chg="mod ord">
          <ac:chgData name="Paul Bull" userId="b822ec4b4ba605d9" providerId="LiveId" clId="{6FB5E0C2-A063-444D-BE19-C419DE2F2F91}" dt="2026-09-08T13:26:26.855" v="581" actId="700"/>
          <ac:spMkLst>
            <pc:docMk/>
            <pc:sldMk cId="833324075" sldId="264"/>
            <ac:spMk id="4" creationId="{3F492ACF-50A1-1F51-4647-0A1C44AC58A5}"/>
          </ac:spMkLst>
        </pc:spChg>
        <pc:spChg chg="add mod">
          <ac:chgData name="Paul Bull" userId="b822ec4b4ba605d9" providerId="LiveId" clId="{6FB5E0C2-A063-444D-BE19-C419DE2F2F91}" dt="2026-09-09T04:35:36.023" v="768" actId="1076"/>
          <ac:spMkLst>
            <pc:docMk/>
            <pc:sldMk cId="833324075" sldId="264"/>
            <ac:spMk id="34" creationId="{A73BBB94-D717-AB29-06E8-9BEBE2B91FB9}"/>
          </ac:spMkLst>
        </pc:spChg>
        <pc:spChg chg="add mod">
          <ac:chgData name="Paul Bull" userId="b822ec4b4ba605d9" providerId="LiveId" clId="{6FB5E0C2-A063-444D-BE19-C419DE2F2F91}" dt="2026-09-09T04:52:55.061" v="1375" actId="20577"/>
          <ac:spMkLst>
            <pc:docMk/>
            <pc:sldMk cId="833324075" sldId="264"/>
            <ac:spMk id="35" creationId="{69F906AF-3FFF-9749-A783-54866BED07BD}"/>
          </ac:spMkLst>
        </pc:spChg>
        <pc:spChg chg="add mod">
          <ac:chgData name="Paul Bull" userId="b822ec4b4ba605d9" providerId="LiveId" clId="{6FB5E0C2-A063-444D-BE19-C419DE2F2F91}" dt="2026-09-09T04:40:50.116" v="897" actId="1076"/>
          <ac:spMkLst>
            <pc:docMk/>
            <pc:sldMk cId="833324075" sldId="264"/>
            <ac:spMk id="38" creationId="{7A90B6CD-05F6-714F-40BD-7ACEEDAAB973}"/>
          </ac:spMkLst>
        </pc:spChg>
        <pc:spChg chg="add mod">
          <ac:chgData name="Paul Bull" userId="b822ec4b4ba605d9" providerId="LiveId" clId="{6FB5E0C2-A063-444D-BE19-C419DE2F2F91}" dt="2026-09-10T05:29:33.968" v="2531" actId="20577"/>
          <ac:spMkLst>
            <pc:docMk/>
            <pc:sldMk cId="833324075" sldId="264"/>
            <ac:spMk id="40" creationId="{53C558A5-EB49-5B94-F7D0-39C83FE6FF16}"/>
          </ac:spMkLst>
        </pc:spChg>
        <pc:spChg chg="add mod">
          <ac:chgData name="Paul Bull" userId="b822ec4b4ba605d9" providerId="LiveId" clId="{6FB5E0C2-A063-444D-BE19-C419DE2F2F91}" dt="2026-09-09T04:44:54.514" v="1036" actId="1076"/>
          <ac:spMkLst>
            <pc:docMk/>
            <pc:sldMk cId="833324075" sldId="264"/>
            <ac:spMk id="43" creationId="{2A7F46D1-55BC-D6C2-85D9-0BE86F85DE3B}"/>
          </ac:spMkLst>
        </pc:spChg>
        <pc:spChg chg="add mod">
          <ac:chgData name="Paul Bull" userId="b822ec4b4ba605d9" providerId="LiveId" clId="{6FB5E0C2-A063-444D-BE19-C419DE2F2F91}" dt="2026-09-09T04:53:01.346" v="1381" actId="20577"/>
          <ac:spMkLst>
            <pc:docMk/>
            <pc:sldMk cId="833324075" sldId="264"/>
            <ac:spMk id="45" creationId="{20356B13-47FE-5431-B7FD-B93DBD8BAADF}"/>
          </ac:spMkLst>
        </pc:spChg>
        <pc:picChg chg="add mod">
          <ac:chgData name="Paul Bull" userId="b822ec4b4ba605d9" providerId="LiveId" clId="{6FB5E0C2-A063-444D-BE19-C419DE2F2F91}" dt="2026-09-09T04:38:11.450" v="779" actId="1076"/>
          <ac:picMkLst>
            <pc:docMk/>
            <pc:sldMk cId="833324075" sldId="264"/>
            <ac:picMk id="36" creationId="{E08AC534-93AD-4AD8-6B65-6FE492CF6646}"/>
          </ac:picMkLst>
        </pc:picChg>
        <pc:picChg chg="add mod">
          <ac:chgData name="Paul Bull" userId="b822ec4b4ba605d9" providerId="LiveId" clId="{6FB5E0C2-A063-444D-BE19-C419DE2F2F91}" dt="2026-09-09T04:43:30.171" v="966" actId="1076"/>
          <ac:picMkLst>
            <pc:docMk/>
            <pc:sldMk cId="833324075" sldId="264"/>
            <ac:picMk id="41" creationId="{AD84C5C6-62C3-67C0-7921-42628D52D3F2}"/>
          </ac:picMkLst>
        </pc:picChg>
        <pc:picChg chg="add mod">
          <ac:chgData name="Paul Bull" userId="b822ec4b4ba605d9" providerId="LiveId" clId="{6FB5E0C2-A063-444D-BE19-C419DE2F2F91}" dt="2026-09-09T04:47:57.707" v="1167" actId="1076"/>
          <ac:picMkLst>
            <pc:docMk/>
            <pc:sldMk cId="833324075" sldId="264"/>
            <ac:picMk id="46" creationId="{2B7BF7F6-F0F2-4FE2-221A-EEE90EF7C17E}"/>
          </ac:picMkLst>
        </pc:picChg>
        <pc:picChg chg="add mod">
          <ac:chgData name="Paul Bull" userId="b822ec4b4ba605d9" providerId="LiveId" clId="{6FB5E0C2-A063-444D-BE19-C419DE2F2F91}" dt="2026-09-09T04:52:34.284" v="1370" actId="1076"/>
          <ac:picMkLst>
            <pc:docMk/>
            <pc:sldMk cId="833324075" sldId="264"/>
            <ac:picMk id="48" creationId="{4CAC1B20-9930-7E9A-4F03-10DAD48BA196}"/>
          </ac:picMkLst>
        </pc:picChg>
      </pc:sldChg>
      <pc:sldChg chg="addSp delSp modSp add mod">
        <pc:chgData name="Paul Bull" userId="b822ec4b4ba605d9" providerId="LiveId" clId="{6FB5E0C2-A063-444D-BE19-C419DE2F2F91}" dt="2026-09-11T15:39:23.924" v="2647" actId="20577"/>
        <pc:sldMkLst>
          <pc:docMk/>
          <pc:sldMk cId="3389586919" sldId="265"/>
        </pc:sldMkLst>
        <pc:spChg chg="mod">
          <ac:chgData name="Paul Bull" userId="b822ec4b4ba605d9" providerId="LiveId" clId="{6FB5E0C2-A063-444D-BE19-C419DE2F2F91}" dt="2026-09-09T04:49:27.994" v="1197" actId="20577"/>
          <ac:spMkLst>
            <pc:docMk/>
            <pc:sldMk cId="3389586919" sldId="265"/>
            <ac:spMk id="2" creationId="{7B7F9367-FAE9-F8BD-56FD-B63CC0665528}"/>
          </ac:spMkLst>
        </pc:spChg>
        <pc:spChg chg="add mod">
          <ac:chgData name="Paul Bull" userId="b822ec4b4ba605d9" providerId="LiveId" clId="{6FB5E0C2-A063-444D-BE19-C419DE2F2F91}" dt="2026-09-11T15:39:23.924" v="2647" actId="20577"/>
          <ac:spMkLst>
            <pc:docMk/>
            <pc:sldMk cId="3389586919" sldId="265"/>
            <ac:spMk id="3" creationId="{576728A7-E9CC-7CCA-C006-EC9C63B99982}"/>
          </ac:spMkLst>
        </pc:spChg>
      </pc:sldChg>
      <pc:sldChg chg="addSp delSp modSp new mod">
        <pc:chgData name="Paul Bull" userId="b822ec4b4ba605d9" providerId="LiveId" clId="{6FB5E0C2-A063-444D-BE19-C419DE2F2F91}" dt="2026-09-10T04:34:32.547" v="1972" actId="20577"/>
        <pc:sldMkLst>
          <pc:docMk/>
          <pc:sldMk cId="117988458" sldId="266"/>
        </pc:sldMkLst>
        <pc:spChg chg="mod">
          <ac:chgData name="Paul Bull" userId="b822ec4b4ba605d9" providerId="LiveId" clId="{6FB5E0C2-A063-444D-BE19-C419DE2F2F91}" dt="2026-09-10T04:20:19.725" v="1776" actId="20577"/>
          <ac:spMkLst>
            <pc:docMk/>
            <pc:sldMk cId="117988458" sldId="266"/>
            <ac:spMk id="2" creationId="{EA84A494-E40B-1234-C936-A38BFDBCAD2B}"/>
          </ac:spMkLst>
        </pc:spChg>
        <pc:spChg chg="del">
          <ac:chgData name="Paul Bull" userId="b822ec4b4ba605d9" providerId="LiveId" clId="{6FB5E0C2-A063-444D-BE19-C419DE2F2F91}" dt="2026-09-10T04:20:24.088" v="1777" actId="478"/>
          <ac:spMkLst>
            <pc:docMk/>
            <pc:sldMk cId="117988458" sldId="266"/>
            <ac:spMk id="3" creationId="{4996514E-C9FF-E61E-C95E-B10B62747326}"/>
          </ac:spMkLst>
        </pc:spChg>
        <pc:spChg chg="add mod">
          <ac:chgData name="Paul Bull" userId="b822ec4b4ba605d9" providerId="LiveId" clId="{6FB5E0C2-A063-444D-BE19-C419DE2F2F91}" dt="2026-09-10T04:34:32.547" v="1972" actId="20577"/>
          <ac:spMkLst>
            <pc:docMk/>
            <pc:sldMk cId="117988458" sldId="266"/>
            <ac:spMk id="5" creationId="{2C0DEA2D-FE6C-8DCF-4242-868A8CC53318}"/>
          </ac:spMkLst>
        </pc:spChg>
        <pc:spChg chg="add mod">
          <ac:chgData name="Paul Bull" userId="b822ec4b4ba605d9" providerId="LiveId" clId="{6FB5E0C2-A063-444D-BE19-C419DE2F2F91}" dt="2026-09-10T04:34:12.106" v="1969" actId="113"/>
          <ac:spMkLst>
            <pc:docMk/>
            <pc:sldMk cId="117988458" sldId="266"/>
            <ac:spMk id="7" creationId="{83422522-52A7-D0D0-EAEB-324EB548035F}"/>
          </ac:spMkLst>
        </pc:spChg>
      </pc:sldChg>
      <pc:sldChg chg="addSp delSp modSp new mod">
        <pc:chgData name="Paul Bull" userId="b822ec4b4ba605d9" providerId="LiveId" clId="{6FB5E0C2-A063-444D-BE19-C419DE2F2F91}" dt="2026-09-10T05:04:56.871" v="2231" actId="20577"/>
        <pc:sldMkLst>
          <pc:docMk/>
          <pc:sldMk cId="4052456664" sldId="267"/>
        </pc:sldMkLst>
        <pc:spChg chg="mod">
          <ac:chgData name="Paul Bull" userId="b822ec4b4ba605d9" providerId="LiveId" clId="{6FB5E0C2-A063-444D-BE19-C419DE2F2F91}" dt="2026-09-10T04:34:50.258" v="1999" actId="20577"/>
          <ac:spMkLst>
            <pc:docMk/>
            <pc:sldMk cId="4052456664" sldId="267"/>
            <ac:spMk id="2" creationId="{BAB1E98B-BAB0-3BAB-AB36-611CEF5ACE1E}"/>
          </ac:spMkLst>
        </pc:spChg>
        <pc:spChg chg="del mod">
          <ac:chgData name="Paul Bull" userId="b822ec4b4ba605d9" providerId="LiveId" clId="{6FB5E0C2-A063-444D-BE19-C419DE2F2F91}" dt="2026-09-10T04:35:55.118" v="2000" actId="478"/>
          <ac:spMkLst>
            <pc:docMk/>
            <pc:sldMk cId="4052456664" sldId="267"/>
            <ac:spMk id="3" creationId="{066BA83C-012F-A341-0433-EDBF2D53AB1A}"/>
          </ac:spMkLst>
        </pc:spChg>
        <pc:spChg chg="add del mod">
          <ac:chgData name="Paul Bull" userId="b822ec4b4ba605d9" providerId="LiveId" clId="{6FB5E0C2-A063-444D-BE19-C419DE2F2F91}" dt="2026-09-10T04:37:20.307" v="2018" actId="478"/>
          <ac:spMkLst>
            <pc:docMk/>
            <pc:sldMk cId="4052456664" sldId="267"/>
            <ac:spMk id="6" creationId="{150075A2-3ECD-7E44-A007-6066F6B498B3}"/>
          </ac:spMkLst>
        </pc:spChg>
        <pc:spChg chg="add del mod">
          <ac:chgData name="Paul Bull" userId="b822ec4b4ba605d9" providerId="LiveId" clId="{6FB5E0C2-A063-444D-BE19-C419DE2F2F91}" dt="2026-09-10T04:36:12.102" v="2015" actId="478"/>
          <ac:spMkLst>
            <pc:docMk/>
            <pc:sldMk cId="4052456664" sldId="267"/>
            <ac:spMk id="7" creationId="{40DFFB39-700C-264B-D748-B6F3732D599C}"/>
          </ac:spMkLst>
        </pc:spChg>
        <pc:spChg chg="add del mod">
          <ac:chgData name="Paul Bull" userId="b822ec4b4ba605d9" providerId="LiveId" clId="{6FB5E0C2-A063-444D-BE19-C419DE2F2F91}" dt="2026-09-10T04:38:05.285" v="2022" actId="21"/>
          <ac:spMkLst>
            <pc:docMk/>
            <pc:sldMk cId="4052456664" sldId="267"/>
            <ac:spMk id="9" creationId="{A51CE629-EC57-D206-3950-E57783F140FA}"/>
          </ac:spMkLst>
        </pc:spChg>
        <pc:spChg chg="add del">
          <ac:chgData name="Paul Bull" userId="b822ec4b4ba605d9" providerId="LiveId" clId="{6FB5E0C2-A063-444D-BE19-C419DE2F2F91}" dt="2026-09-10T04:37:27.537" v="2019" actId="21"/>
          <ac:spMkLst>
            <pc:docMk/>
            <pc:sldMk cId="4052456664" sldId="267"/>
            <ac:spMk id="11" creationId="{9D129859-5374-BE72-25C3-F2BB3904ECA3}"/>
          </ac:spMkLst>
        </pc:spChg>
        <pc:spChg chg="add del mod">
          <ac:chgData name="Paul Bull" userId="b822ec4b4ba605d9" providerId="LiveId" clId="{6FB5E0C2-A063-444D-BE19-C419DE2F2F91}" dt="2026-09-10T04:58:47.177" v="2100" actId="478"/>
          <ac:spMkLst>
            <pc:docMk/>
            <pc:sldMk cId="4052456664" sldId="267"/>
            <ac:spMk id="13" creationId="{16A05981-F23A-5C58-0041-39A963BE83CC}"/>
          </ac:spMkLst>
        </pc:spChg>
        <pc:spChg chg="add del mod">
          <ac:chgData name="Paul Bull" userId="b822ec4b4ba605d9" providerId="LiveId" clId="{6FB5E0C2-A063-444D-BE19-C419DE2F2F91}" dt="2026-09-10T04:46:45.613" v="2060" actId="478"/>
          <ac:spMkLst>
            <pc:docMk/>
            <pc:sldMk cId="4052456664" sldId="267"/>
            <ac:spMk id="15" creationId="{4EA00DA7-A127-6B28-9991-F529619718EA}"/>
          </ac:spMkLst>
        </pc:spChg>
        <pc:spChg chg="add del mod">
          <ac:chgData name="Paul Bull" userId="b822ec4b4ba605d9" providerId="LiveId" clId="{6FB5E0C2-A063-444D-BE19-C419DE2F2F91}" dt="2026-09-10T04:50:29.366" v="2067" actId="21"/>
          <ac:spMkLst>
            <pc:docMk/>
            <pc:sldMk cId="4052456664" sldId="267"/>
            <ac:spMk id="17" creationId="{F12546AD-8C0C-C5BF-90B3-F43B6EB34739}"/>
          </ac:spMkLst>
        </pc:spChg>
        <pc:spChg chg="add mod">
          <ac:chgData name="Paul Bull" userId="b822ec4b4ba605d9" providerId="LiveId" clId="{6FB5E0C2-A063-444D-BE19-C419DE2F2F91}" dt="2026-09-10T05:03:40.624" v="2150" actId="1076"/>
          <ac:spMkLst>
            <pc:docMk/>
            <pc:sldMk cId="4052456664" sldId="267"/>
            <ac:spMk id="19" creationId="{7F605399-1361-6D91-F53B-859E49DBE018}"/>
          </ac:spMkLst>
        </pc:spChg>
        <pc:spChg chg="add mod">
          <ac:chgData name="Paul Bull" userId="b822ec4b4ba605d9" providerId="LiveId" clId="{6FB5E0C2-A063-444D-BE19-C419DE2F2F91}" dt="2026-09-10T04:59:18.976" v="2105" actId="1076"/>
          <ac:spMkLst>
            <pc:docMk/>
            <pc:sldMk cId="4052456664" sldId="267"/>
            <ac:spMk id="21" creationId="{C2A5D040-6429-C7A5-DD41-BF9006AFF3B6}"/>
          </ac:spMkLst>
        </pc:spChg>
        <pc:spChg chg="add del">
          <ac:chgData name="Paul Bull" userId="b822ec4b4ba605d9" providerId="LiveId" clId="{6FB5E0C2-A063-444D-BE19-C419DE2F2F91}" dt="2026-09-10T04:59:12.263" v="2102" actId="478"/>
          <ac:spMkLst>
            <pc:docMk/>
            <pc:sldMk cId="4052456664" sldId="267"/>
            <ac:spMk id="23" creationId="{3A1352EF-F0D0-0509-9D5B-975C03B79C3B}"/>
          </ac:spMkLst>
        </pc:spChg>
        <pc:spChg chg="add mod">
          <ac:chgData name="Paul Bull" userId="b822ec4b4ba605d9" providerId="LiveId" clId="{6FB5E0C2-A063-444D-BE19-C419DE2F2F91}" dt="2026-09-10T05:02:34.969" v="2127" actId="13926"/>
          <ac:spMkLst>
            <pc:docMk/>
            <pc:sldMk cId="4052456664" sldId="267"/>
            <ac:spMk id="25" creationId="{644AE4F6-14FD-92B4-C34B-DEA75A859F9C}"/>
          </ac:spMkLst>
        </pc:spChg>
        <pc:spChg chg="add mod">
          <ac:chgData name="Paul Bull" userId="b822ec4b4ba605d9" providerId="LiveId" clId="{6FB5E0C2-A063-444D-BE19-C419DE2F2F91}" dt="2026-09-10T05:04:33.135" v="2196" actId="20577"/>
          <ac:spMkLst>
            <pc:docMk/>
            <pc:sldMk cId="4052456664" sldId="267"/>
            <ac:spMk id="26" creationId="{9A1051E1-1E42-C8CE-DFE5-27085ECCD87D}"/>
          </ac:spMkLst>
        </pc:spChg>
        <pc:spChg chg="add mod">
          <ac:chgData name="Paul Bull" userId="b822ec4b4ba605d9" providerId="LiveId" clId="{6FB5E0C2-A063-444D-BE19-C419DE2F2F91}" dt="2026-09-10T05:04:42.527" v="2215" actId="20577"/>
          <ac:spMkLst>
            <pc:docMk/>
            <pc:sldMk cId="4052456664" sldId="267"/>
            <ac:spMk id="28" creationId="{2B9A39CC-3839-1ADD-8D87-3EF0ED634B43}"/>
          </ac:spMkLst>
        </pc:spChg>
        <pc:spChg chg="add mod">
          <ac:chgData name="Paul Bull" userId="b822ec4b4ba605d9" providerId="LiveId" clId="{6FB5E0C2-A063-444D-BE19-C419DE2F2F91}" dt="2026-09-10T05:04:56.871" v="2231" actId="20577"/>
          <ac:spMkLst>
            <pc:docMk/>
            <pc:sldMk cId="4052456664" sldId="267"/>
            <ac:spMk id="30" creationId="{BA6407B7-118C-79A7-8B6A-D4D35C1CD360}"/>
          </ac:spMkLst>
        </pc:spChg>
      </pc:sldChg>
      <pc:sldChg chg="new del">
        <pc:chgData name="Paul Bull" userId="b822ec4b4ba605d9" providerId="LiveId" clId="{6FB5E0C2-A063-444D-BE19-C419DE2F2F91}" dt="2026-09-10T04:30:18.432" v="1874" actId="680"/>
        <pc:sldMkLst>
          <pc:docMk/>
          <pc:sldMk cId="1410047984" sldId="268"/>
        </pc:sldMkLst>
      </pc:sldChg>
      <pc:sldChg chg="new del">
        <pc:chgData name="Paul Bull" userId="b822ec4b4ba605d9" providerId="LiveId" clId="{6FB5E0C2-A063-444D-BE19-C419DE2F2F91}" dt="2026-09-10T04:47:18.138" v="2062" actId="47"/>
        <pc:sldMkLst>
          <pc:docMk/>
          <pc:sldMk cId="1827659588" sldId="268"/>
        </pc:sldMkLst>
      </pc:sldChg>
      <pc:sldChg chg="addSp delSp modSp new mod">
        <pc:chgData name="Paul Bull" userId="b822ec4b4ba605d9" providerId="LiveId" clId="{6FB5E0C2-A063-444D-BE19-C419DE2F2F91}" dt="2026-09-10T05:05:59.668" v="2266" actId="27636"/>
        <pc:sldMkLst>
          <pc:docMk/>
          <pc:sldMk cId="2287619139" sldId="269"/>
        </pc:sldMkLst>
        <pc:spChg chg="mod">
          <ac:chgData name="Paul Bull" userId="b822ec4b4ba605d9" providerId="LiveId" clId="{6FB5E0C2-A063-444D-BE19-C419DE2F2F91}" dt="2026-09-10T05:05:59.668" v="2266" actId="27636"/>
          <ac:spMkLst>
            <pc:docMk/>
            <pc:sldMk cId="2287619139" sldId="269"/>
            <ac:spMk id="2" creationId="{54C143C8-ED2D-CCA7-2A74-4985816A6615}"/>
          </ac:spMkLst>
        </pc:spChg>
        <pc:spChg chg="del">
          <ac:chgData name="Paul Bull" userId="b822ec4b4ba605d9" providerId="LiveId" clId="{6FB5E0C2-A063-444D-BE19-C419DE2F2F91}" dt="2026-09-10T04:45:29.351" v="2053" actId="478"/>
          <ac:spMkLst>
            <pc:docMk/>
            <pc:sldMk cId="2287619139" sldId="269"/>
            <ac:spMk id="3" creationId="{C7DBD104-5412-FC66-FD80-3393728D357F}"/>
          </ac:spMkLst>
        </pc:spChg>
        <pc:spChg chg="add del mod">
          <ac:chgData name="Paul Bull" userId="b822ec4b4ba605d9" providerId="LiveId" clId="{6FB5E0C2-A063-444D-BE19-C419DE2F2F91}" dt="2026-09-10T04:56:35.039" v="2091" actId="478"/>
          <ac:spMkLst>
            <pc:docMk/>
            <pc:sldMk cId="2287619139" sldId="269"/>
            <ac:spMk id="6" creationId="{E63BCEBE-F71B-4F91-2A90-B32882E7CD09}"/>
          </ac:spMkLst>
        </pc:spChg>
        <pc:spChg chg="add del mod">
          <ac:chgData name="Paul Bull" userId="b822ec4b4ba605d9" providerId="LiveId" clId="{6FB5E0C2-A063-444D-BE19-C419DE2F2F91}" dt="2026-09-10T04:55:42.028" v="2087" actId="478"/>
          <ac:spMkLst>
            <pc:docMk/>
            <pc:sldMk cId="2287619139" sldId="269"/>
            <ac:spMk id="8" creationId="{AFD2E26C-8112-53B5-F846-08CE3B27453F}"/>
          </ac:spMkLst>
        </pc:spChg>
        <pc:spChg chg="add mod">
          <ac:chgData name="Paul Bull" userId="b822ec4b4ba605d9" providerId="LiveId" clId="{6FB5E0C2-A063-444D-BE19-C419DE2F2F91}" dt="2026-09-10T04:57:31.724" v="2097" actId="13926"/>
          <ac:spMkLst>
            <pc:docMk/>
            <pc:sldMk cId="2287619139" sldId="269"/>
            <ac:spMk id="10" creationId="{DC6275CA-9051-7644-41D0-C64BA2E76830}"/>
          </ac:spMkLst>
        </pc:spChg>
        <pc:spChg chg="add mod">
          <ac:chgData name="Paul Bull" userId="b822ec4b4ba605d9" providerId="LiveId" clId="{6FB5E0C2-A063-444D-BE19-C419DE2F2F91}" dt="2026-09-10T05:01:22.246" v="2111" actId="13926"/>
          <ac:spMkLst>
            <pc:docMk/>
            <pc:sldMk cId="2287619139" sldId="269"/>
            <ac:spMk id="12" creationId="{60E0529E-0C5F-0768-EFDE-7368FAFA90C6}"/>
          </ac:spMkLst>
        </pc:spChg>
      </pc:sldChg>
      <pc:sldChg chg="addSp delSp modSp new mod">
        <pc:chgData name="Paul Bull" userId="b822ec4b4ba605d9" providerId="LiveId" clId="{6FB5E0C2-A063-444D-BE19-C419DE2F2F91}" dt="2026-09-10T05:12:24.877" v="2364" actId="1076"/>
        <pc:sldMkLst>
          <pc:docMk/>
          <pc:sldMk cId="1977967176" sldId="270"/>
        </pc:sldMkLst>
        <pc:spChg chg="mod">
          <ac:chgData name="Paul Bull" userId="b822ec4b4ba605d9" providerId="LiveId" clId="{6FB5E0C2-A063-444D-BE19-C419DE2F2F91}" dt="2026-09-10T05:07:23.634" v="2297" actId="20577"/>
          <ac:spMkLst>
            <pc:docMk/>
            <pc:sldMk cId="1977967176" sldId="270"/>
            <ac:spMk id="2" creationId="{EC62F6D3-5CC9-7EA8-64DA-B8DF50FD9C2E}"/>
          </ac:spMkLst>
        </pc:spChg>
        <pc:spChg chg="del">
          <ac:chgData name="Paul Bull" userId="b822ec4b4ba605d9" providerId="LiveId" clId="{6FB5E0C2-A063-444D-BE19-C419DE2F2F91}" dt="2026-09-10T05:07:27.443" v="2298" actId="478"/>
          <ac:spMkLst>
            <pc:docMk/>
            <pc:sldMk cId="1977967176" sldId="270"/>
            <ac:spMk id="3" creationId="{FE19490D-5305-EC5D-725E-C0DE253C5A59}"/>
          </ac:spMkLst>
        </pc:spChg>
        <pc:spChg chg="add del mod">
          <ac:chgData name="Paul Bull" userId="b822ec4b4ba605d9" providerId="LiveId" clId="{6FB5E0C2-A063-444D-BE19-C419DE2F2F91}" dt="2026-09-10T05:11:01.110" v="2320" actId="478"/>
          <ac:spMkLst>
            <pc:docMk/>
            <pc:sldMk cId="1977967176" sldId="270"/>
            <ac:spMk id="6" creationId="{7E5C1A8A-4B53-701F-9210-9622169EDEE3}"/>
          </ac:spMkLst>
        </pc:spChg>
        <pc:spChg chg="add mod">
          <ac:chgData name="Paul Bull" userId="b822ec4b4ba605d9" providerId="LiveId" clId="{6FB5E0C2-A063-444D-BE19-C419DE2F2F91}" dt="2026-09-10T05:11:48.731" v="2325" actId="1076"/>
          <ac:spMkLst>
            <pc:docMk/>
            <pc:sldMk cId="1977967176" sldId="270"/>
            <ac:spMk id="8" creationId="{FB251D04-85BB-201D-BE9F-ADE7AC9F0FD8}"/>
          </ac:spMkLst>
        </pc:spChg>
        <pc:spChg chg="add mod">
          <ac:chgData name="Paul Bull" userId="b822ec4b4ba605d9" providerId="LiveId" clId="{6FB5E0C2-A063-444D-BE19-C419DE2F2F91}" dt="2026-09-10T05:12:24.877" v="2364" actId="1076"/>
          <ac:spMkLst>
            <pc:docMk/>
            <pc:sldMk cId="1977967176" sldId="270"/>
            <ac:spMk id="10" creationId="{020A2793-670F-E4FA-2FB9-39037B7BB133}"/>
          </ac:spMkLst>
        </pc:spChg>
        <pc:spChg chg="add mod">
          <ac:chgData name="Paul Bull" userId="b822ec4b4ba605d9" providerId="LiveId" clId="{6FB5E0C2-A063-444D-BE19-C419DE2F2F91}" dt="2026-09-10T05:12:03.506" v="2349" actId="1076"/>
          <ac:spMkLst>
            <pc:docMk/>
            <pc:sldMk cId="1977967176" sldId="270"/>
            <ac:spMk id="11" creationId="{9D9DB03A-76FB-02EE-C3B9-CB4D823450F5}"/>
          </ac:spMkLst>
        </pc:spChg>
        <pc:spChg chg="add mod">
          <ac:chgData name="Paul Bull" userId="b822ec4b4ba605d9" providerId="LiveId" clId="{6FB5E0C2-A063-444D-BE19-C419DE2F2F91}" dt="2026-09-10T05:12:17.974" v="2363" actId="20577"/>
          <ac:spMkLst>
            <pc:docMk/>
            <pc:sldMk cId="1977967176" sldId="270"/>
            <ac:spMk id="13" creationId="{0C445515-EE0B-5ABF-F74D-1CFAC9EE9384}"/>
          </ac:spMkLst>
        </pc:spChg>
      </pc:sldChg>
      <pc:sldChg chg="addSp delSp modSp new mod">
        <pc:chgData name="Paul Bull" userId="b822ec4b4ba605d9" providerId="LiveId" clId="{6FB5E0C2-A063-444D-BE19-C419DE2F2F91}" dt="2026-09-10T05:17:47.146" v="2454" actId="1076"/>
        <pc:sldMkLst>
          <pc:docMk/>
          <pc:sldMk cId="374492371" sldId="271"/>
        </pc:sldMkLst>
        <pc:spChg chg="mod">
          <ac:chgData name="Paul Bull" userId="b822ec4b4ba605d9" providerId="LiveId" clId="{6FB5E0C2-A063-444D-BE19-C419DE2F2F91}" dt="2026-09-10T05:13:04.122" v="2425" actId="20577"/>
          <ac:spMkLst>
            <pc:docMk/>
            <pc:sldMk cId="374492371" sldId="271"/>
            <ac:spMk id="2" creationId="{0B300F19-18B6-2C3C-0B3C-1B5A16FFE391}"/>
          </ac:spMkLst>
        </pc:spChg>
        <pc:spChg chg="del">
          <ac:chgData name="Paul Bull" userId="b822ec4b4ba605d9" providerId="LiveId" clId="{6FB5E0C2-A063-444D-BE19-C419DE2F2F91}" dt="2026-09-10T05:14:11.499" v="2426" actId="478"/>
          <ac:spMkLst>
            <pc:docMk/>
            <pc:sldMk cId="374492371" sldId="271"/>
            <ac:spMk id="3" creationId="{BCCB08A1-0EC1-C32D-159D-5FD2962735D3}"/>
          </ac:spMkLst>
        </pc:spChg>
        <pc:spChg chg="add del mod">
          <ac:chgData name="Paul Bull" userId="b822ec4b4ba605d9" providerId="LiveId" clId="{6FB5E0C2-A063-444D-BE19-C419DE2F2F91}" dt="2026-09-10T05:14:47.849" v="2434" actId="1076"/>
          <ac:spMkLst>
            <pc:docMk/>
            <pc:sldMk cId="374492371" sldId="271"/>
            <ac:spMk id="6" creationId="{982CC91F-5BFB-F067-191A-BCCE39091C90}"/>
          </ac:spMkLst>
        </pc:spChg>
        <pc:spChg chg="add mod">
          <ac:chgData name="Paul Bull" userId="b822ec4b4ba605d9" providerId="LiveId" clId="{6FB5E0C2-A063-444D-BE19-C419DE2F2F91}" dt="2026-09-10T05:16:07.739" v="2447" actId="1076"/>
          <ac:spMkLst>
            <pc:docMk/>
            <pc:sldMk cId="374492371" sldId="271"/>
            <ac:spMk id="8" creationId="{4B31B24E-0584-9B9E-4CFB-D33509B17D82}"/>
          </ac:spMkLst>
        </pc:spChg>
        <pc:spChg chg="add mod">
          <ac:chgData name="Paul Bull" userId="b822ec4b4ba605d9" providerId="LiveId" clId="{6FB5E0C2-A063-444D-BE19-C419DE2F2F91}" dt="2026-09-10T05:17:47.146" v="2454" actId="1076"/>
          <ac:spMkLst>
            <pc:docMk/>
            <pc:sldMk cId="374492371" sldId="271"/>
            <ac:spMk id="10" creationId="{1B069896-66D1-C806-1311-AFCC633CE143}"/>
          </ac:spMkLst>
        </pc:spChg>
        <pc:spChg chg="add mod">
          <ac:chgData name="Paul Bull" userId="b822ec4b4ba605d9" providerId="LiveId" clId="{6FB5E0C2-A063-444D-BE19-C419DE2F2F91}" dt="2026-09-10T05:17:42.498" v="2453" actId="1076"/>
          <ac:spMkLst>
            <pc:docMk/>
            <pc:sldMk cId="374492371" sldId="271"/>
            <ac:spMk id="12" creationId="{5AA78BB5-D704-39DD-702E-ABEB8122EB4F}"/>
          </ac:spMkLst>
        </pc:spChg>
      </pc:sldChg>
      <pc:sldChg chg="addSp delSp modSp new mod">
        <pc:chgData name="Paul Bull" userId="b822ec4b4ba605d9" providerId="LiveId" clId="{6FB5E0C2-A063-444D-BE19-C419DE2F2F91}" dt="2026-09-10T05:25:30.503" v="2522" actId="13926"/>
        <pc:sldMkLst>
          <pc:docMk/>
          <pc:sldMk cId="679949811" sldId="272"/>
        </pc:sldMkLst>
        <pc:spChg chg="mod">
          <ac:chgData name="Paul Bull" userId="b822ec4b4ba605d9" providerId="LiveId" clId="{6FB5E0C2-A063-444D-BE19-C419DE2F2F91}" dt="2026-09-10T05:24:54.164" v="2521" actId="20577"/>
          <ac:spMkLst>
            <pc:docMk/>
            <pc:sldMk cId="679949811" sldId="272"/>
            <ac:spMk id="2" creationId="{8CBD9996-29A1-8FC5-CF28-97F039834A60}"/>
          </ac:spMkLst>
        </pc:spChg>
        <pc:spChg chg="del">
          <ac:chgData name="Paul Bull" userId="b822ec4b4ba605d9" providerId="LiveId" clId="{6FB5E0C2-A063-444D-BE19-C419DE2F2F91}" dt="2026-09-10T05:20:32.645" v="2480" actId="478"/>
          <ac:spMkLst>
            <pc:docMk/>
            <pc:sldMk cId="679949811" sldId="272"/>
            <ac:spMk id="3" creationId="{AD2FC374-2E94-6D83-672A-2AACAAE8B3F7}"/>
          </ac:spMkLst>
        </pc:spChg>
        <pc:spChg chg="add mod">
          <ac:chgData name="Paul Bull" userId="b822ec4b4ba605d9" providerId="LiveId" clId="{6FB5E0C2-A063-444D-BE19-C419DE2F2F91}" dt="2026-09-10T05:24:03.417" v="2505" actId="13926"/>
          <ac:spMkLst>
            <pc:docMk/>
            <pc:sldMk cId="679949811" sldId="272"/>
            <ac:spMk id="6" creationId="{0FE84BDE-B9C0-E52D-4E2A-8134AB119ECD}"/>
          </ac:spMkLst>
        </pc:spChg>
        <pc:spChg chg="add mod">
          <ac:chgData name="Paul Bull" userId="b822ec4b4ba605d9" providerId="LiveId" clId="{6FB5E0C2-A063-444D-BE19-C419DE2F2F91}" dt="2026-09-10T05:25:30.503" v="2522" actId="13926"/>
          <ac:spMkLst>
            <pc:docMk/>
            <pc:sldMk cId="679949811" sldId="272"/>
            <ac:spMk id="8" creationId="{5DD6073B-A845-FCAC-3494-1737C9C58B73}"/>
          </ac:spMkLst>
        </pc:spChg>
        <pc:spChg chg="add mod">
          <ac:chgData name="Paul Bull" userId="b822ec4b4ba605d9" providerId="LiveId" clId="{6FB5E0C2-A063-444D-BE19-C419DE2F2F91}" dt="2026-09-10T05:24:45.399" v="2508" actId="13926"/>
          <ac:spMkLst>
            <pc:docMk/>
            <pc:sldMk cId="679949811" sldId="272"/>
            <ac:spMk id="10" creationId="{60FE69E5-CD51-A022-30E2-74AED2054D26}"/>
          </ac:spMkLst>
        </pc:spChg>
      </pc:sldChg>
      <pc:sldChg chg="addSp delSp modSp new mod modClrScheme chgLayout">
        <pc:chgData name="Paul Bull" userId="b822ec4b4ba605d9" providerId="LiveId" clId="{6FB5E0C2-A063-444D-BE19-C419DE2F2F91}" dt="2026-09-10T05:31:45.894" v="2596" actId="20577"/>
        <pc:sldMkLst>
          <pc:docMk/>
          <pc:sldMk cId="3282541367" sldId="273"/>
        </pc:sldMkLst>
        <pc:spChg chg="del mod ord">
          <ac:chgData name="Paul Bull" userId="b822ec4b4ba605d9" providerId="LiveId" clId="{6FB5E0C2-A063-444D-BE19-C419DE2F2F91}" dt="2026-09-10T05:31:02.063" v="2533" actId="700"/>
          <ac:spMkLst>
            <pc:docMk/>
            <pc:sldMk cId="3282541367" sldId="273"/>
            <ac:spMk id="2" creationId="{04187F96-4738-A1A4-616A-73F2440EE015}"/>
          </ac:spMkLst>
        </pc:spChg>
        <pc:spChg chg="del mod ord">
          <ac:chgData name="Paul Bull" userId="b822ec4b4ba605d9" providerId="LiveId" clId="{6FB5E0C2-A063-444D-BE19-C419DE2F2F91}" dt="2026-09-10T05:31:02.063" v="2533" actId="700"/>
          <ac:spMkLst>
            <pc:docMk/>
            <pc:sldMk cId="3282541367" sldId="273"/>
            <ac:spMk id="3" creationId="{A5670B8F-2FD9-AF32-986C-DA77F4FD5C27}"/>
          </ac:spMkLst>
        </pc:spChg>
        <pc:spChg chg="mod ord">
          <ac:chgData name="Paul Bull" userId="b822ec4b4ba605d9" providerId="LiveId" clId="{6FB5E0C2-A063-444D-BE19-C419DE2F2F91}" dt="2026-09-10T05:31:02.063" v="2533" actId="700"/>
          <ac:spMkLst>
            <pc:docMk/>
            <pc:sldMk cId="3282541367" sldId="273"/>
            <ac:spMk id="4" creationId="{52B647A2-996B-738B-4D83-7D8B3FF601DE}"/>
          </ac:spMkLst>
        </pc:spChg>
        <pc:spChg chg="add mod ord">
          <ac:chgData name="Paul Bull" userId="b822ec4b4ba605d9" providerId="LiveId" clId="{6FB5E0C2-A063-444D-BE19-C419DE2F2F91}" dt="2026-09-10T05:31:19.778" v="2563" actId="27636"/>
          <ac:spMkLst>
            <pc:docMk/>
            <pc:sldMk cId="3282541367" sldId="273"/>
            <ac:spMk id="5" creationId="{A8BC002A-8E63-B640-A282-282D093141D0}"/>
          </ac:spMkLst>
        </pc:spChg>
        <pc:spChg chg="add mod ord">
          <ac:chgData name="Paul Bull" userId="b822ec4b4ba605d9" providerId="LiveId" clId="{6FB5E0C2-A063-444D-BE19-C419DE2F2F91}" dt="2026-09-10T05:31:45.894" v="2596" actId="20577"/>
          <ac:spMkLst>
            <pc:docMk/>
            <pc:sldMk cId="3282541367" sldId="273"/>
            <ac:spMk id="6" creationId="{5378B36D-17B2-4F3B-98C4-568F6E20C0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42cf0fc79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42cf0fc797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42cf0fc797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42cf0fc797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2cf0fc79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2cf0fc79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8505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2cf0fc797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2cf0fc797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4B3B8FBC-6675-36D3-4486-90B0F2728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2cf0fc797_2_1:notes">
            <a:extLst>
              <a:ext uri="{FF2B5EF4-FFF2-40B4-BE49-F238E27FC236}">
                <a16:creationId xmlns:a16="http://schemas.microsoft.com/office/drawing/2014/main" id="{242AB001-D197-7325-574A-D4813FB3F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2cf0fc797_2_1:notes">
            <a:extLst>
              <a:ext uri="{FF2B5EF4-FFF2-40B4-BE49-F238E27FC236}">
                <a16:creationId xmlns:a16="http://schemas.microsoft.com/office/drawing/2014/main" id="{FF6833A9-440A-3A39-52C3-B97CD94DE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676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1FEC33C9-60C1-12E5-BBB1-897FD92AB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42cf0fc797_2_1:notes">
            <a:extLst>
              <a:ext uri="{FF2B5EF4-FFF2-40B4-BE49-F238E27FC236}">
                <a16:creationId xmlns:a16="http://schemas.microsoft.com/office/drawing/2014/main" id="{D5692F57-2239-8F83-9249-D78012203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42cf0fc797_2_1:notes">
            <a:extLst>
              <a:ext uri="{FF2B5EF4-FFF2-40B4-BE49-F238E27FC236}">
                <a16:creationId xmlns:a16="http://schemas.microsoft.com/office/drawing/2014/main" id="{F9D0B266-0027-7C12-7100-AE541FAA3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6278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4000"/>
              <a:buNone/>
              <a:defRPr sz="4000">
                <a:solidFill>
                  <a:srgbClr val="41B67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bull001/orchardefcore.gi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www.linkedin.com/in/paulbull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1B670"/>
                </a:solidFill>
              </a:rPr>
              <a:t>Leverag</a:t>
            </a:r>
            <a:r>
              <a:rPr lang="en" dirty="0"/>
              <a:t>ing EF Core in OC Context</a:t>
            </a:r>
            <a:endParaRPr dirty="0">
              <a:solidFill>
                <a:srgbClr val="41B670"/>
              </a:solidFill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268684" y="3097025"/>
            <a:ext cx="4185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1800" dirty="0">
                <a:solidFill>
                  <a:schemeClr val="dk1"/>
                </a:solidFill>
              </a:rPr>
              <a:t>Paul Bull</a:t>
            </a:r>
            <a:endParaRPr sz="1800" dirty="0">
              <a:solidFill>
                <a:schemeClr val="dk1"/>
              </a:solidFill>
            </a:endParaRPr>
          </a:p>
        </p:txBody>
      </p:sp>
      <p:grpSp>
        <p:nvGrpSpPr>
          <p:cNvPr id="137" name="Google Shape;137;p13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38" name="Google Shape;138;p13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" name="Google Shape;139;p13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40" name="Google Shape;140;p13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41" name="Google Shape;141;p1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2" name="Google Shape;142;p13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43" name="Google Shape;143;p13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D25912D8-A1C5-1BE2-DE99-F96204983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821" y="2961393"/>
            <a:ext cx="853862" cy="8538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Me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50" name="Google Shape;150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ZA" sz="2000" b="1" dirty="0">
                <a:solidFill>
                  <a:srgbClr val="41B670"/>
                </a:solidFill>
              </a:rPr>
              <a:t>Paul Bull</a:t>
            </a:r>
            <a:endParaRPr sz="2000" b="1" dirty="0">
              <a:solidFill>
                <a:srgbClr val="41B67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ZA" sz="1900" dirty="0">
                <a:solidFill>
                  <a:schemeClr val="dk1"/>
                </a:solidFill>
              </a:rPr>
              <a:t>Founder CleverGraft</a:t>
            </a:r>
            <a:endParaRPr sz="1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</a:rPr>
              <a:t>Website:</a:t>
            </a:r>
            <a:r>
              <a:rPr lang="en" sz="1900" dirty="0">
                <a:solidFill>
                  <a:schemeClr val="dk1"/>
                </a:solidFill>
              </a:rPr>
              <a:t> http://www.clevergraft.com</a:t>
            </a:r>
            <a:endParaRPr sz="1900" dirty="0">
              <a:solidFill>
                <a:schemeClr val="dk1"/>
              </a:solidFill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n" sz="1900" b="1" dirty="0">
                <a:solidFill>
                  <a:schemeClr val="dk1"/>
                </a:solidFill>
              </a:rPr>
              <a:t>GitHub:</a:t>
            </a:r>
            <a:r>
              <a:rPr lang="en" sz="1900" dirty="0">
                <a:solidFill>
                  <a:schemeClr val="dk1"/>
                </a:solidFill>
              </a:rPr>
              <a:t> </a:t>
            </a:r>
            <a:r>
              <a:rPr lang="en-ZA" sz="1900" dirty="0">
                <a:solidFill>
                  <a:schemeClr val="dk1"/>
                </a:solidFill>
                <a:hlinkClick r:id="rId3"/>
              </a:rPr>
              <a:t>https://github.com/pbull001/orchardefcore.git</a:t>
            </a:r>
            <a:endParaRPr lang="en-ZA" sz="1900" dirty="0">
              <a:solidFill>
                <a:schemeClr val="dk1"/>
              </a:solidFill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n" sz="1900" b="1" dirty="0">
                <a:solidFill>
                  <a:schemeClr val="dk1"/>
                </a:solidFill>
              </a:rPr>
              <a:t>Linkedin: </a:t>
            </a:r>
            <a:r>
              <a:rPr lang="en-ZA" sz="1900" dirty="0">
                <a:solidFill>
                  <a:schemeClr val="dk1"/>
                </a:solidFill>
                <a:hlinkClick r:id="rId4" tooltip="https://www.linkedin.com/in/paulbull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https://www.linkedin.com/in/paulbull/</a:t>
            </a:r>
            <a:endParaRPr sz="1900" dirty="0">
              <a:solidFill>
                <a:schemeClr val="dk1"/>
              </a:solidFill>
            </a:endParaRPr>
          </a:p>
        </p:txBody>
      </p:sp>
      <p:grpSp>
        <p:nvGrpSpPr>
          <p:cNvPr id="151" name="Google Shape;151;p14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52" name="Google Shape;152;p14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" name="Google Shape;153;p14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54" name="Google Shape;154;p14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55" name="Google Shape;155;p1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56" name="Google Shape;156;p14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57" name="Google Shape;157;p14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3D10D7-48E0-228B-F8EC-9258667C38F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2</a:t>
            </a:fld>
            <a:endParaRPr lang="e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The Case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The Journey</a:t>
            </a:r>
            <a:endParaRPr sz="18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1B670"/>
              </a:buClr>
              <a:buSzPts val="1400"/>
              <a:buChar char="●"/>
            </a:pPr>
            <a:r>
              <a:rPr lang="en" sz="1800" dirty="0">
                <a:solidFill>
                  <a:schemeClr val="dk1"/>
                </a:solidFill>
              </a:rPr>
              <a:t>The Solution</a:t>
            </a:r>
            <a:endParaRPr sz="1800" dirty="0">
              <a:solidFill>
                <a:schemeClr val="dk1"/>
              </a:solidFill>
            </a:endParaRPr>
          </a:p>
        </p:txBody>
      </p:sp>
      <p:grpSp>
        <p:nvGrpSpPr>
          <p:cNvPr id="165" name="Google Shape;165;p15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66" name="Google Shape;166;p15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15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68" name="Google Shape;168;p15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69" name="Google Shape;169;p1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0" name="Google Shape;170;p15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71" name="Google Shape;171;p15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291C72FF-186A-F046-D630-D861BD3C52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3</a:t>
            </a:fld>
            <a:endParaRPr lang="e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1289564" y="21147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41B670"/>
                </a:solidFill>
              </a:rPr>
              <a:t>The Case</a:t>
            </a:r>
            <a:endParaRPr sz="3000" dirty="0">
              <a:solidFill>
                <a:srgbClr val="41B670"/>
              </a:solidFill>
            </a:endParaRPr>
          </a:p>
        </p:txBody>
      </p:sp>
      <p:grpSp>
        <p:nvGrpSpPr>
          <p:cNvPr id="179" name="Google Shape;179;p16"/>
          <p:cNvGrpSpPr/>
          <p:nvPr/>
        </p:nvGrpSpPr>
        <p:grpSpPr>
          <a:xfrm>
            <a:off x="6139085" y="4391505"/>
            <a:ext cx="2918815" cy="794548"/>
            <a:chOff x="6139085" y="4391505"/>
            <a:chExt cx="2918815" cy="794548"/>
          </a:xfrm>
        </p:grpSpPr>
        <p:sp>
          <p:nvSpPr>
            <p:cNvPr id="180" name="Google Shape;180;p16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6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82" name="Google Shape;182;p16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3" name="Google Shape;183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4" name="Google Shape;184;p16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6139085" y="4847529"/>
              <a:ext cx="2152500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496FAC-0F39-B359-B814-54331D69D5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4</a:t>
            </a:fld>
            <a:endParaRPr lang="e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4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1297500" y="103382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Case – IOT device and State management in a multi-tenanted context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EAD94-D4D3-047B-7596-97B7715CCE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5</a:t>
            </a:fld>
            <a:endParaRPr lang="en" dirty="0">
              <a:solidFill>
                <a:schemeClr val="tx1"/>
              </a:solidFill>
            </a:endParaRPr>
          </a:p>
        </p:txBody>
      </p:sp>
      <p:grpSp>
        <p:nvGrpSpPr>
          <p:cNvPr id="179" name="Google Shape;179;p16"/>
          <p:cNvGrpSpPr/>
          <p:nvPr/>
        </p:nvGrpSpPr>
        <p:grpSpPr>
          <a:xfrm>
            <a:off x="6139085" y="4391505"/>
            <a:ext cx="2918815" cy="794724"/>
            <a:chOff x="6139085" y="4391505"/>
            <a:chExt cx="2918815" cy="794724"/>
          </a:xfrm>
        </p:grpSpPr>
        <p:sp>
          <p:nvSpPr>
            <p:cNvPr id="180" name="Google Shape;180;p16"/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6"/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82" name="Google Shape;182;p16"/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3" name="Google Shape;183;p1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4" name="Google Shape;184;p16"/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6139085" y="4847529"/>
              <a:ext cx="2152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  <a:endParaRPr sz="1000" b="1" dirty="0">
                <a:solidFill>
                  <a:srgbClr val="41B67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 descr="A grey rectangular object with a screen on it&#10;&#10;AI-generated content may be incorrect.">
            <a:extLst>
              <a:ext uri="{FF2B5EF4-FFF2-40B4-BE49-F238E27FC236}">
                <a16:creationId xmlns:a16="http://schemas.microsoft.com/office/drawing/2014/main" id="{D616BCEF-5475-CFA1-3E3A-1D82FE21B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500" y="886585"/>
            <a:ext cx="1650334" cy="1237751"/>
          </a:xfrm>
          <a:prstGeom prst="rect">
            <a:avLst/>
          </a:prstGeom>
        </p:spPr>
      </p:pic>
      <p:pic>
        <p:nvPicPr>
          <p:cNvPr id="5" name="Picture 4" descr="A yellow box with holes attached to a metal pole&#10;&#10;AI-generated content may be incorrect.">
            <a:extLst>
              <a:ext uri="{FF2B5EF4-FFF2-40B4-BE49-F238E27FC236}">
                <a16:creationId xmlns:a16="http://schemas.microsoft.com/office/drawing/2014/main" id="{8816CA2E-5754-D255-FB2E-5B38D07C28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400" y="876054"/>
            <a:ext cx="941029" cy="12547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E6E723-97B1-A1CD-CDBC-E8FD607D3B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326" y="876054"/>
            <a:ext cx="1235775" cy="702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14DEAE-DA60-5888-A127-3DF0944E90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3462" y="1593352"/>
            <a:ext cx="1263807" cy="658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8D709F-2814-31B1-AF80-0B52470257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8806" y="988223"/>
            <a:ext cx="1289973" cy="8056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B35D94A-ABA9-425D-1BB1-303B94EB3720}"/>
              </a:ext>
            </a:extLst>
          </p:cNvPr>
          <p:cNvGrpSpPr/>
          <p:nvPr/>
        </p:nvGrpSpPr>
        <p:grpSpPr>
          <a:xfrm>
            <a:off x="198478" y="2347948"/>
            <a:ext cx="8747044" cy="2063344"/>
            <a:chOff x="510308" y="1607479"/>
            <a:chExt cx="11349029" cy="450094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F100D8-5058-1411-9CF5-BAE1E122F268}"/>
                </a:ext>
              </a:extLst>
            </p:cNvPr>
            <p:cNvSpPr/>
            <p:nvPr/>
          </p:nvSpPr>
          <p:spPr>
            <a:xfrm>
              <a:off x="10545401" y="1734810"/>
              <a:ext cx="1313936" cy="178523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Monitored Equipment</a:t>
              </a:r>
            </a:p>
            <a:p>
              <a:pPr algn="ctr"/>
              <a:r>
                <a:rPr lang="en-ZA" sz="800" dirty="0"/>
                <a:t>(sensor/s attached)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CDD4CE-FB02-46CA-7473-0B8434EE6858}"/>
                </a:ext>
              </a:extLst>
            </p:cNvPr>
            <p:cNvSpPr/>
            <p:nvPr/>
          </p:nvSpPr>
          <p:spPr>
            <a:xfrm rot="16200000">
              <a:off x="9752844" y="2399795"/>
              <a:ext cx="1138336" cy="22664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Sensors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AC6D9DA-6D1B-EB72-1B6B-4BF321A9E791}"/>
                </a:ext>
              </a:extLst>
            </p:cNvPr>
            <p:cNvSpPr/>
            <p:nvPr/>
          </p:nvSpPr>
          <p:spPr>
            <a:xfrm>
              <a:off x="9309803" y="2266267"/>
              <a:ext cx="822171" cy="76990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Sensor Controller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EE8AEA-F576-CB06-2596-2784522DCD14}"/>
                </a:ext>
              </a:extLst>
            </p:cNvPr>
            <p:cNvSpPr/>
            <p:nvPr/>
          </p:nvSpPr>
          <p:spPr>
            <a:xfrm>
              <a:off x="2922976" y="2403434"/>
              <a:ext cx="3742441" cy="59257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Platform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FD0CB30-5710-5878-18A7-348AED0F77C1}"/>
                </a:ext>
              </a:extLst>
            </p:cNvPr>
            <p:cNvSpPr/>
            <p:nvPr/>
          </p:nvSpPr>
          <p:spPr>
            <a:xfrm>
              <a:off x="4396645" y="3727117"/>
              <a:ext cx="971428" cy="518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Notification Rules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AE13E63-20C3-46B0-D016-94C499DE6159}"/>
                </a:ext>
              </a:extLst>
            </p:cNvPr>
            <p:cNvSpPr/>
            <p:nvPr/>
          </p:nvSpPr>
          <p:spPr>
            <a:xfrm>
              <a:off x="4375076" y="4527928"/>
              <a:ext cx="971428" cy="518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Reports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5AA26DC-9E77-7CBA-B9ED-EB7B98C5DEEF}"/>
                </a:ext>
              </a:extLst>
            </p:cNvPr>
            <p:cNvSpPr/>
            <p:nvPr/>
          </p:nvSpPr>
          <p:spPr>
            <a:xfrm>
              <a:off x="5475597" y="4511600"/>
              <a:ext cx="971428" cy="518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Analytics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EF54681-8610-64BE-4110-F24C3CE5ADF6}"/>
                </a:ext>
              </a:extLst>
            </p:cNvPr>
            <p:cNvSpPr/>
            <p:nvPr/>
          </p:nvSpPr>
          <p:spPr>
            <a:xfrm>
              <a:off x="3203950" y="4514351"/>
              <a:ext cx="1040967" cy="518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Workflows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729321C-F8A4-1924-CA7E-4AC2644984C3}"/>
                </a:ext>
              </a:extLst>
            </p:cNvPr>
            <p:cNvSpPr/>
            <p:nvPr/>
          </p:nvSpPr>
          <p:spPr>
            <a:xfrm>
              <a:off x="510309" y="1786000"/>
              <a:ext cx="822171" cy="769908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Cell Phone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6ED2B42-AD5A-3737-1ADF-D6E4AD769BD6}"/>
                </a:ext>
              </a:extLst>
            </p:cNvPr>
            <p:cNvSpPr/>
            <p:nvPr/>
          </p:nvSpPr>
          <p:spPr>
            <a:xfrm>
              <a:off x="510308" y="2828052"/>
              <a:ext cx="822171" cy="769908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Browser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4ACB21-48B2-5307-F05A-10E2CE5CF035}"/>
                </a:ext>
              </a:extLst>
            </p:cNvPr>
            <p:cNvSpPr/>
            <p:nvPr/>
          </p:nvSpPr>
          <p:spPr>
            <a:xfrm>
              <a:off x="2937559" y="3256497"/>
              <a:ext cx="3742441" cy="262583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64AB35-3A8E-5060-4B84-7CA781865604}"/>
                </a:ext>
              </a:extLst>
            </p:cNvPr>
            <p:cNvSpPr/>
            <p:nvPr/>
          </p:nvSpPr>
          <p:spPr>
            <a:xfrm>
              <a:off x="3837350" y="5212118"/>
              <a:ext cx="971428" cy="518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Database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E79FC70-4A69-7878-4410-AE2E57F6405E}"/>
                </a:ext>
              </a:extLst>
            </p:cNvPr>
            <p:cNvSpPr/>
            <p:nvPr/>
          </p:nvSpPr>
          <p:spPr>
            <a:xfrm>
              <a:off x="1654096" y="1794917"/>
              <a:ext cx="1007094" cy="282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SMS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751C27C-F427-0D71-A355-8F1C9BE304AB}"/>
                </a:ext>
              </a:extLst>
            </p:cNvPr>
            <p:cNvSpPr/>
            <p:nvPr/>
          </p:nvSpPr>
          <p:spPr>
            <a:xfrm>
              <a:off x="1660880" y="2316404"/>
              <a:ext cx="983612" cy="282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Dashboards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FEE6EE7-3210-0F91-5475-15AAA835A68D}"/>
                </a:ext>
              </a:extLst>
            </p:cNvPr>
            <p:cNvSpPr/>
            <p:nvPr/>
          </p:nvSpPr>
          <p:spPr>
            <a:xfrm>
              <a:off x="1636721" y="2854602"/>
              <a:ext cx="1022089" cy="282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Reports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01EF742-C8BA-8BEB-9A76-F81C7501C745}"/>
                </a:ext>
              </a:extLst>
            </p:cNvPr>
            <p:cNvSpPr/>
            <p:nvPr/>
          </p:nvSpPr>
          <p:spPr>
            <a:xfrm>
              <a:off x="5465573" y="3735778"/>
              <a:ext cx="971428" cy="518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Device and Event Definitions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FAC6655-3613-7322-A793-6657765B43DD}"/>
                </a:ext>
              </a:extLst>
            </p:cNvPr>
            <p:cNvSpPr/>
            <p:nvPr/>
          </p:nvSpPr>
          <p:spPr>
            <a:xfrm>
              <a:off x="3203951" y="3331118"/>
              <a:ext cx="3233050" cy="2668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Events (Sensor Info)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943B5F7-E64D-0B93-4F6D-B42E20737DD0}"/>
                </a:ext>
              </a:extLst>
            </p:cNvPr>
            <p:cNvSpPr/>
            <p:nvPr/>
          </p:nvSpPr>
          <p:spPr>
            <a:xfrm>
              <a:off x="6936768" y="2509819"/>
              <a:ext cx="959174" cy="282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Sensor Info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EB5C490-0ABF-1FB4-96BC-0709D15B1C4F}"/>
                </a:ext>
              </a:extLst>
            </p:cNvPr>
            <p:cNvSpPr/>
            <p:nvPr/>
          </p:nvSpPr>
          <p:spPr>
            <a:xfrm>
              <a:off x="3206746" y="3735778"/>
              <a:ext cx="1040968" cy="518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Issue Identification Rules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902A4A7-0F32-74FE-D76B-41317E3BD533}"/>
                </a:ext>
              </a:extLst>
            </p:cNvPr>
            <p:cNvSpPr/>
            <p:nvPr/>
          </p:nvSpPr>
          <p:spPr>
            <a:xfrm>
              <a:off x="8111473" y="2266267"/>
              <a:ext cx="982799" cy="7699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Internet Connection (</a:t>
              </a:r>
              <a:r>
                <a:rPr lang="en-ZA" sz="600" dirty="0" err="1"/>
                <a:t>WiFi</a:t>
              </a:r>
              <a:r>
                <a:rPr lang="en-ZA" sz="600" dirty="0"/>
                <a:t>/GSM)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276D6CB-4688-42CF-8627-E63EA29E7B2F}"/>
                </a:ext>
              </a:extLst>
            </p:cNvPr>
            <p:cNvSpPr/>
            <p:nvPr/>
          </p:nvSpPr>
          <p:spPr>
            <a:xfrm>
              <a:off x="1646598" y="3369360"/>
              <a:ext cx="1022089" cy="2828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600" dirty="0"/>
                <a:t>Platform Updates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0CB56BF-C3CD-038C-521A-AA26647A6F82}"/>
                </a:ext>
              </a:extLst>
            </p:cNvPr>
            <p:cNvSpPr/>
            <p:nvPr/>
          </p:nvSpPr>
          <p:spPr>
            <a:xfrm>
              <a:off x="2937558" y="5865834"/>
              <a:ext cx="3742441" cy="24259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Platform Capabilities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9014CB3-5735-4748-8D87-DB5AF2CB763F}"/>
                </a:ext>
              </a:extLst>
            </p:cNvPr>
            <p:cNvSpPr/>
            <p:nvPr/>
          </p:nvSpPr>
          <p:spPr>
            <a:xfrm>
              <a:off x="9219393" y="1734810"/>
              <a:ext cx="1313936" cy="178523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sz="800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D59B921-08F2-B775-FC08-3BA75D1A5A56}"/>
                </a:ext>
              </a:extLst>
            </p:cNvPr>
            <p:cNvCxnSpPr/>
            <p:nvPr/>
          </p:nvCxnSpPr>
          <p:spPr>
            <a:xfrm flipH="1">
              <a:off x="7902234" y="2651221"/>
              <a:ext cx="2092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B1AB2C5-2088-6688-7833-8070EEB175DF}"/>
                </a:ext>
              </a:extLst>
            </p:cNvPr>
            <p:cNvCxnSpPr/>
            <p:nvPr/>
          </p:nvCxnSpPr>
          <p:spPr>
            <a:xfrm flipH="1">
              <a:off x="6727529" y="2651221"/>
              <a:ext cx="20923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E3D4B40A-BCF0-4EBC-8D59-031E6E272AF8}"/>
                </a:ext>
              </a:extLst>
            </p:cNvPr>
            <p:cNvSpPr/>
            <p:nvPr/>
          </p:nvSpPr>
          <p:spPr>
            <a:xfrm>
              <a:off x="2620590" y="1607479"/>
              <a:ext cx="317284" cy="2184479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ZA" sz="8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4D10A59-1DA5-85E8-32D2-EB4507AC74F2}"/>
                </a:ext>
              </a:extLst>
            </p:cNvPr>
            <p:cNvSpPr txBox="1"/>
            <p:nvPr/>
          </p:nvSpPr>
          <p:spPr>
            <a:xfrm>
              <a:off x="6809093" y="3907418"/>
              <a:ext cx="2285180" cy="1007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800" dirty="0"/>
                <a:t>Platform hosting is configurable: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ZA" sz="800" dirty="0"/>
                <a:t>In-cloud (Azure)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ZA" sz="800" dirty="0"/>
                <a:t>On-prem (Container)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3DC635F-9720-F039-83EC-6D44077629A6}"/>
                </a:ext>
              </a:extLst>
            </p:cNvPr>
            <p:cNvSpPr txBox="1"/>
            <p:nvPr/>
          </p:nvSpPr>
          <p:spPr>
            <a:xfrm>
              <a:off x="6816790" y="5209547"/>
              <a:ext cx="2091539" cy="738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800" dirty="0">
                  <a:highlight>
                    <a:srgbClr val="FFFF00"/>
                  </a:highlight>
                </a:rPr>
                <a:t>Each client has their “own” database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5FC9970-6B4D-A2E6-0D21-5A7F6215A08D}"/>
                </a:ext>
              </a:extLst>
            </p:cNvPr>
            <p:cNvSpPr txBox="1"/>
            <p:nvPr/>
          </p:nvSpPr>
          <p:spPr>
            <a:xfrm>
              <a:off x="1425492" y="3930497"/>
              <a:ext cx="1269070" cy="15441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800" dirty="0"/>
                <a:t>Messages, Dashboards, Reports, Updates all configurable.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74CAE4-B494-1E45-4362-F3817BA9A5EE}"/>
                </a:ext>
              </a:extLst>
            </p:cNvPr>
            <p:cNvSpPr txBox="1"/>
            <p:nvPr/>
          </p:nvSpPr>
          <p:spPr>
            <a:xfrm>
              <a:off x="9219393" y="3624337"/>
              <a:ext cx="2091539" cy="1275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800" dirty="0"/>
                <a:t>Sensor controller is multi-protocol enabled</a:t>
              </a:r>
            </a:p>
            <a:p>
              <a:r>
                <a:rPr lang="en-ZA" sz="800" dirty="0"/>
                <a:t>( sensors from large selection can be attached)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220E17E-AA34-76C6-B665-8CF69027F872}"/>
                </a:ext>
              </a:extLst>
            </p:cNvPr>
            <p:cNvSpPr/>
            <p:nvPr/>
          </p:nvSpPr>
          <p:spPr>
            <a:xfrm>
              <a:off x="4979859" y="5212118"/>
              <a:ext cx="971428" cy="5180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sz="800" dirty="0"/>
                <a:t>Users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90FB-A852-D4B2-623A-1D19AD251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Event Related Entities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F8A1F-A255-F9B3-E4DB-EFFE69D117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39FD88-FF58-A6F8-4D54-624F7818FAD0}"/>
              </a:ext>
            </a:extLst>
          </p:cNvPr>
          <p:cNvGrpSpPr/>
          <p:nvPr/>
        </p:nvGrpSpPr>
        <p:grpSpPr>
          <a:xfrm>
            <a:off x="602921" y="1529833"/>
            <a:ext cx="4717143" cy="914100"/>
            <a:chOff x="856829" y="2139927"/>
            <a:chExt cx="5461437" cy="105849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64E959-EE6E-6468-100D-76DA72C4733E}"/>
                </a:ext>
              </a:extLst>
            </p:cNvPr>
            <p:cNvSpPr txBox="1"/>
            <p:nvPr/>
          </p:nvSpPr>
          <p:spPr>
            <a:xfrm>
              <a:off x="2622506" y="2820704"/>
              <a:ext cx="739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Event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CF4D5D-D5CB-1A25-3F49-897A15D4D8C9}"/>
                </a:ext>
              </a:extLst>
            </p:cNvPr>
            <p:cNvSpPr txBox="1"/>
            <p:nvPr/>
          </p:nvSpPr>
          <p:spPr>
            <a:xfrm>
              <a:off x="856829" y="2829087"/>
              <a:ext cx="1197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 err="1"/>
                <a:t>EventType</a:t>
              </a:r>
              <a:endParaRPr lang="en-ZA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2EAFAD-C1BD-718A-94C8-883230464176}"/>
                </a:ext>
              </a:extLst>
            </p:cNvPr>
            <p:cNvSpPr txBox="1"/>
            <p:nvPr/>
          </p:nvSpPr>
          <p:spPr>
            <a:xfrm>
              <a:off x="3752689" y="2820704"/>
              <a:ext cx="8672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Device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F5D79C-E5FC-81C0-E0D7-9952FA3080FE}"/>
                </a:ext>
              </a:extLst>
            </p:cNvPr>
            <p:cNvSpPr txBox="1"/>
            <p:nvPr/>
          </p:nvSpPr>
          <p:spPr>
            <a:xfrm>
              <a:off x="5010920" y="2820704"/>
              <a:ext cx="1307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 err="1"/>
                <a:t>DeviceType</a:t>
              </a:r>
              <a:endParaRPr lang="en-ZA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2B0DF21-671E-CECD-E14A-53975F18FB07}"/>
                </a:ext>
              </a:extLst>
            </p:cNvPr>
            <p:cNvSpPr txBox="1"/>
            <p:nvPr/>
          </p:nvSpPr>
          <p:spPr>
            <a:xfrm>
              <a:off x="3436759" y="2139927"/>
              <a:ext cx="1489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 err="1"/>
                <a:t>DeviceGroup</a:t>
              </a:r>
              <a:endParaRPr lang="en-ZA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3AF9642-1EC6-516D-F780-CF4158190F21}"/>
                </a:ext>
              </a:extLst>
            </p:cNvPr>
            <p:cNvCxnSpPr>
              <a:stCxn id="7" idx="3"/>
              <a:endCxn id="6" idx="1"/>
            </p:cNvCxnSpPr>
            <p:nvPr/>
          </p:nvCxnSpPr>
          <p:spPr>
            <a:xfrm flipV="1">
              <a:off x="2054401" y="3005370"/>
              <a:ext cx="568105" cy="83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E430E7-87E3-D601-73C6-831CAC104E18}"/>
                </a:ext>
              </a:extLst>
            </p:cNvPr>
            <p:cNvSpPr txBox="1"/>
            <p:nvPr/>
          </p:nvSpPr>
          <p:spPr>
            <a:xfrm>
              <a:off x="2117880" y="2681252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1:m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27D63B6-06C6-D209-870A-DF3344299B8E}"/>
                </a:ext>
              </a:extLst>
            </p:cNvPr>
            <p:cNvCxnSpPr>
              <a:stCxn id="9" idx="1"/>
              <a:endCxn id="8" idx="3"/>
            </p:cNvCxnSpPr>
            <p:nvPr/>
          </p:nvCxnSpPr>
          <p:spPr>
            <a:xfrm flipH="1">
              <a:off x="4619978" y="3005370"/>
              <a:ext cx="3909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E710AB8-B7A3-D114-0B25-F8BD20CDF99E}"/>
                </a:ext>
              </a:extLst>
            </p:cNvPr>
            <p:cNvCxnSpPr>
              <a:stCxn id="10" idx="2"/>
              <a:endCxn id="8" idx="0"/>
            </p:cNvCxnSpPr>
            <p:nvPr/>
          </p:nvCxnSpPr>
          <p:spPr>
            <a:xfrm>
              <a:off x="4181418" y="2509259"/>
              <a:ext cx="4916" cy="3114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6C101FB-6C3B-9B49-30B1-6CCB3BF20F5E}"/>
                </a:ext>
              </a:extLst>
            </p:cNvPr>
            <p:cNvCxnSpPr>
              <a:cxnSpLocks/>
              <a:stCxn id="8" idx="1"/>
              <a:endCxn id="6" idx="3"/>
            </p:cNvCxnSpPr>
            <p:nvPr/>
          </p:nvCxnSpPr>
          <p:spPr>
            <a:xfrm flipH="1">
              <a:off x="3361747" y="3005370"/>
              <a:ext cx="3909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D61CCF-0FBE-A20A-B4F0-22C06E656898}"/>
                </a:ext>
              </a:extLst>
            </p:cNvPr>
            <p:cNvSpPr txBox="1"/>
            <p:nvPr/>
          </p:nvSpPr>
          <p:spPr>
            <a:xfrm>
              <a:off x="4185780" y="2463092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1:m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7343CB-D76E-E058-9912-C47BE5C017AB}"/>
                </a:ext>
              </a:extLst>
            </p:cNvPr>
            <p:cNvSpPr txBox="1"/>
            <p:nvPr/>
          </p:nvSpPr>
          <p:spPr>
            <a:xfrm>
              <a:off x="3436759" y="2688064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m:1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B5480E-C926-BE3A-BE16-5EABCE12E9F6}"/>
                </a:ext>
              </a:extLst>
            </p:cNvPr>
            <p:cNvSpPr txBox="1"/>
            <p:nvPr/>
          </p:nvSpPr>
          <p:spPr>
            <a:xfrm>
              <a:off x="4631288" y="2647758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m:1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F46AD2-7E26-E112-B929-F3B3A2CB7609}"/>
              </a:ext>
            </a:extLst>
          </p:cNvPr>
          <p:cNvGrpSpPr/>
          <p:nvPr/>
        </p:nvGrpSpPr>
        <p:grpSpPr>
          <a:xfrm>
            <a:off x="581767" y="3639436"/>
            <a:ext cx="4738297" cy="472237"/>
            <a:chOff x="1489182" y="4048316"/>
            <a:chExt cx="5485929" cy="5468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1DCB0DF-588D-7509-DA63-BBFB3733CA47}"/>
                </a:ext>
              </a:extLst>
            </p:cNvPr>
            <p:cNvSpPr txBox="1"/>
            <p:nvPr/>
          </p:nvSpPr>
          <p:spPr>
            <a:xfrm>
              <a:off x="1489182" y="4225816"/>
              <a:ext cx="11304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/>
                <a:t>Recipient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D80A3E0-4F5A-D434-21D4-7F761CEBB1A5}"/>
                </a:ext>
              </a:extLst>
            </p:cNvPr>
            <p:cNvSpPr txBox="1"/>
            <p:nvPr/>
          </p:nvSpPr>
          <p:spPr>
            <a:xfrm>
              <a:off x="5222644" y="4225816"/>
              <a:ext cx="17524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 err="1"/>
                <a:t>RecipientGroup</a:t>
              </a:r>
              <a:endParaRPr lang="en-ZA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2D1EAF-2C5B-A16F-8E2F-A96D51D14A30}"/>
                </a:ext>
              </a:extLst>
            </p:cNvPr>
            <p:cNvSpPr txBox="1"/>
            <p:nvPr/>
          </p:nvSpPr>
          <p:spPr>
            <a:xfrm>
              <a:off x="2991999" y="4225816"/>
              <a:ext cx="18582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 err="1"/>
                <a:t>Recipient_Group</a:t>
              </a:r>
              <a:endParaRPr lang="en-ZA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A3F2E78-6439-DD01-5455-605285C697EB}"/>
                </a:ext>
              </a:extLst>
            </p:cNvPr>
            <p:cNvCxnSpPr>
              <a:stCxn id="20" idx="3"/>
              <a:endCxn id="22" idx="1"/>
            </p:cNvCxnSpPr>
            <p:nvPr/>
          </p:nvCxnSpPr>
          <p:spPr>
            <a:xfrm>
              <a:off x="2619620" y="4410482"/>
              <a:ext cx="3723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AE69A5D-2E81-8AF0-763F-E2752FAA21FC}"/>
                </a:ext>
              </a:extLst>
            </p:cNvPr>
            <p:cNvCxnSpPr>
              <a:cxnSpLocks/>
              <a:stCxn id="21" idx="1"/>
              <a:endCxn id="22" idx="3"/>
            </p:cNvCxnSpPr>
            <p:nvPr/>
          </p:nvCxnSpPr>
          <p:spPr>
            <a:xfrm flipH="1">
              <a:off x="4850265" y="4410482"/>
              <a:ext cx="3723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1D66CC-9E2F-4641-5456-630C6A71F5C3}"/>
                </a:ext>
              </a:extLst>
            </p:cNvPr>
            <p:cNvSpPr txBox="1"/>
            <p:nvPr/>
          </p:nvSpPr>
          <p:spPr>
            <a:xfrm>
              <a:off x="2569111" y="4055483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1:m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A6E064-DEEE-C55B-2546-B6DD2C6F9834}"/>
                </a:ext>
              </a:extLst>
            </p:cNvPr>
            <p:cNvSpPr txBox="1"/>
            <p:nvPr/>
          </p:nvSpPr>
          <p:spPr>
            <a:xfrm>
              <a:off x="4815449" y="4048316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m:1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95DE8A-94D1-FC11-6807-9483D12DC883}"/>
              </a:ext>
            </a:extLst>
          </p:cNvPr>
          <p:cNvGrpSpPr/>
          <p:nvPr/>
        </p:nvGrpSpPr>
        <p:grpSpPr>
          <a:xfrm>
            <a:off x="384965" y="2848576"/>
            <a:ext cx="3625981" cy="423595"/>
            <a:chOff x="865532" y="3425914"/>
            <a:chExt cx="4198106" cy="49050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4731C9-8B0A-4547-E8B3-162414E85680}"/>
                </a:ext>
              </a:extLst>
            </p:cNvPr>
            <p:cNvSpPr txBox="1"/>
            <p:nvPr/>
          </p:nvSpPr>
          <p:spPr>
            <a:xfrm>
              <a:off x="3468586" y="3547088"/>
              <a:ext cx="1595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 err="1"/>
                <a:t>PlatformEvent</a:t>
              </a:r>
              <a:endParaRPr lang="en-ZA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BA8F7FA-109E-4E43-5B6A-2AA96D51D429}"/>
                </a:ext>
              </a:extLst>
            </p:cNvPr>
            <p:cNvSpPr txBox="1"/>
            <p:nvPr/>
          </p:nvSpPr>
          <p:spPr>
            <a:xfrm>
              <a:off x="865532" y="3546528"/>
              <a:ext cx="2053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dirty="0" err="1"/>
                <a:t>PlatformEventType</a:t>
              </a:r>
              <a:endParaRPr lang="en-ZA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F1034D7-A7AE-E2B9-7431-26673EADDB94}"/>
                </a:ext>
              </a:extLst>
            </p:cNvPr>
            <p:cNvSpPr txBox="1"/>
            <p:nvPr/>
          </p:nvSpPr>
          <p:spPr>
            <a:xfrm>
              <a:off x="2789684" y="3425914"/>
              <a:ext cx="4411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ZA" sz="1200" dirty="0"/>
                <a:t>1:m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895D36E-27C7-219F-D1C4-BB222EAFDC46}"/>
                </a:ext>
              </a:extLst>
            </p:cNvPr>
            <p:cNvCxnSpPr>
              <a:cxnSpLocks/>
              <a:stCxn id="29" idx="3"/>
              <a:endCxn id="28" idx="1"/>
            </p:cNvCxnSpPr>
            <p:nvPr/>
          </p:nvCxnSpPr>
          <p:spPr>
            <a:xfrm>
              <a:off x="2918915" y="3731194"/>
              <a:ext cx="549671" cy="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AE74704-2786-2289-5126-AF9212CB45FE}"/>
              </a:ext>
            </a:extLst>
          </p:cNvPr>
          <p:cNvSpPr txBox="1"/>
          <p:nvPr/>
        </p:nvSpPr>
        <p:spPr>
          <a:xfrm>
            <a:off x="5284779" y="328312"/>
            <a:ext cx="376554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b="1" dirty="0"/>
              <a:t>Requirements</a:t>
            </a:r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Solution to be integrated via DI into app</a:t>
            </a:r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Setup experience to create relevant tables, indexes and constraints in the tenant’s </a:t>
            </a:r>
            <a:r>
              <a:rPr lang="en-ZA" sz="1200" dirty="0" err="1"/>
              <a:t>db</a:t>
            </a:r>
            <a:r>
              <a:rPr lang="en-ZA" sz="1200" dirty="0"/>
              <a:t> using schema name from tenant setup.</a:t>
            </a:r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CRUD capabilities across all entities</a:t>
            </a:r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Ability to retrieve Entities with directly related entities as POCOs</a:t>
            </a:r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Bulk “copy” capability – copy data from “template” </a:t>
            </a:r>
            <a:r>
              <a:rPr lang="en-ZA" sz="1200" dirty="0" err="1"/>
              <a:t>db</a:t>
            </a:r>
            <a:r>
              <a:rPr lang="en-ZA" sz="1200" dirty="0"/>
              <a:t> when a new tenant created</a:t>
            </a:r>
          </a:p>
          <a:p>
            <a:pPr marL="179388" indent="-179388">
              <a:buFont typeface="+mj-lt"/>
              <a:buAutoNum type="arabicPeriod"/>
            </a:pPr>
            <a:endParaRPr lang="en-ZA" sz="1200" dirty="0"/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Filter Events using </a:t>
            </a:r>
            <a:r>
              <a:rPr lang="en-ZA" sz="1200" dirty="0" err="1"/>
              <a:t>EventQueryOption</a:t>
            </a:r>
            <a:r>
              <a:rPr lang="en-ZA" sz="1200" dirty="0"/>
              <a:t> params</a:t>
            </a:r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Query </a:t>
            </a:r>
            <a:r>
              <a:rPr lang="en-ZA" sz="1200" dirty="0" err="1"/>
              <a:t>PlatformEvents</a:t>
            </a:r>
            <a:endParaRPr lang="en-ZA" sz="1200" dirty="0"/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Create </a:t>
            </a:r>
            <a:r>
              <a:rPr lang="en-ZA" sz="1200" dirty="0" err="1"/>
              <a:t>PlatformEvents</a:t>
            </a:r>
            <a:endParaRPr lang="en-ZA" sz="1200" dirty="0"/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Query </a:t>
            </a:r>
            <a:r>
              <a:rPr lang="en-ZA" sz="1200" dirty="0" err="1"/>
              <a:t>Recepients</a:t>
            </a:r>
            <a:r>
              <a:rPr lang="en-ZA" sz="1200" dirty="0"/>
              <a:t> in a Group</a:t>
            </a:r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 Query </a:t>
            </a:r>
            <a:r>
              <a:rPr lang="en-ZA" sz="1200" dirty="0" err="1"/>
              <a:t>EventTypes</a:t>
            </a:r>
            <a:endParaRPr lang="en-ZA" sz="1200" dirty="0"/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Query Devices</a:t>
            </a:r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Query </a:t>
            </a:r>
            <a:r>
              <a:rPr lang="en-ZA" sz="1200" dirty="0" err="1"/>
              <a:t>DeviceTypes</a:t>
            </a:r>
            <a:endParaRPr lang="en-ZA" sz="1200" dirty="0"/>
          </a:p>
          <a:p>
            <a:pPr marL="179388" indent="-179388">
              <a:buFont typeface="+mj-lt"/>
              <a:buAutoNum type="arabicPeriod"/>
            </a:pPr>
            <a:r>
              <a:rPr lang="en-ZA" sz="1200" dirty="0"/>
              <a:t>Query Devices in a Group</a:t>
            </a:r>
          </a:p>
          <a:p>
            <a:pPr marL="179388" indent="-179388">
              <a:buFont typeface="+mj-lt"/>
              <a:buAutoNum type="arabicPeriod"/>
            </a:pPr>
            <a:endParaRPr lang="en-ZA" sz="1200" dirty="0"/>
          </a:p>
        </p:txBody>
      </p:sp>
    </p:spTree>
    <p:extLst>
      <p:ext uri="{BB962C8B-B14F-4D97-AF65-F5344CB8AC3E}">
        <p14:creationId xmlns:p14="http://schemas.microsoft.com/office/powerpoint/2010/main" val="866695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23CC25DF-6119-2F62-A4BC-52BC8205A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>
            <a:extLst>
              <a:ext uri="{FF2B5EF4-FFF2-40B4-BE49-F238E27FC236}">
                <a16:creationId xmlns:a16="http://schemas.microsoft.com/office/drawing/2014/main" id="{8687FB65-3978-1D5B-71C9-0018C9E5B5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564" y="21147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41B670"/>
                </a:solidFill>
              </a:rPr>
              <a:t>The Journey</a:t>
            </a:r>
            <a:endParaRPr sz="3000" dirty="0">
              <a:solidFill>
                <a:srgbClr val="41B670"/>
              </a:solidFill>
            </a:endParaRPr>
          </a:p>
        </p:txBody>
      </p:sp>
      <p:grpSp>
        <p:nvGrpSpPr>
          <p:cNvPr id="179" name="Google Shape;179;p16">
            <a:extLst>
              <a:ext uri="{FF2B5EF4-FFF2-40B4-BE49-F238E27FC236}">
                <a16:creationId xmlns:a16="http://schemas.microsoft.com/office/drawing/2014/main" id="{A6F3A17E-B141-AF26-FD60-8F4F3FC43112}"/>
              </a:ext>
            </a:extLst>
          </p:cNvPr>
          <p:cNvGrpSpPr/>
          <p:nvPr/>
        </p:nvGrpSpPr>
        <p:grpSpPr>
          <a:xfrm>
            <a:off x="6139085" y="4391505"/>
            <a:ext cx="2918815" cy="794548"/>
            <a:chOff x="6139085" y="4391505"/>
            <a:chExt cx="2918815" cy="794548"/>
          </a:xfrm>
        </p:grpSpPr>
        <p:sp>
          <p:nvSpPr>
            <p:cNvPr id="180" name="Google Shape;180;p16">
              <a:extLst>
                <a:ext uri="{FF2B5EF4-FFF2-40B4-BE49-F238E27FC236}">
                  <a16:creationId xmlns:a16="http://schemas.microsoft.com/office/drawing/2014/main" id="{47A3253E-96BE-2364-2F60-728179CC5928}"/>
                </a:ext>
              </a:extLst>
            </p:cNvPr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6">
              <a:extLst>
                <a:ext uri="{FF2B5EF4-FFF2-40B4-BE49-F238E27FC236}">
                  <a16:creationId xmlns:a16="http://schemas.microsoft.com/office/drawing/2014/main" id="{6135EF68-955D-6D3B-954C-7C2827705E0C}"/>
                </a:ext>
              </a:extLst>
            </p:cNvPr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82" name="Google Shape;182;p16">
                <a:extLst>
                  <a:ext uri="{FF2B5EF4-FFF2-40B4-BE49-F238E27FC236}">
                    <a16:creationId xmlns:a16="http://schemas.microsoft.com/office/drawing/2014/main" id="{9950E0EA-8A98-8CE4-01F3-C6227EABD3C2}"/>
                  </a:ext>
                </a:extLst>
              </p:cNvPr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3" name="Google Shape;183;p16">
                <a:extLst>
                  <a:ext uri="{FF2B5EF4-FFF2-40B4-BE49-F238E27FC236}">
                    <a16:creationId xmlns:a16="http://schemas.microsoft.com/office/drawing/2014/main" id="{775127E8-756C-8494-0D8F-3F46553BC667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4" name="Google Shape;184;p16">
              <a:extLst>
                <a:ext uri="{FF2B5EF4-FFF2-40B4-BE49-F238E27FC236}">
                  <a16:creationId xmlns:a16="http://schemas.microsoft.com/office/drawing/2014/main" id="{5664BF81-32E7-8F58-0E73-EE96E68FA3D4}"/>
                </a:ext>
              </a:extLst>
            </p:cNvPr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5" name="Google Shape;185;p16">
              <a:extLst>
                <a:ext uri="{FF2B5EF4-FFF2-40B4-BE49-F238E27FC236}">
                  <a16:creationId xmlns:a16="http://schemas.microsoft.com/office/drawing/2014/main" id="{3C1ECF42-2FF3-7AC9-31E5-242E1BE12346}"/>
                </a:ext>
              </a:extLst>
            </p:cNvPr>
            <p:cNvSpPr txBox="1"/>
            <p:nvPr/>
          </p:nvSpPr>
          <p:spPr>
            <a:xfrm>
              <a:off x="6139085" y="4847529"/>
              <a:ext cx="2152500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</a:p>
          </p:txBody>
        </p:sp>
        <p:sp>
          <p:nvSpPr>
            <p:cNvPr id="186" name="Google Shape;186;p16">
              <a:extLst>
                <a:ext uri="{FF2B5EF4-FFF2-40B4-BE49-F238E27FC236}">
                  <a16:creationId xmlns:a16="http://schemas.microsoft.com/office/drawing/2014/main" id="{5F055B92-463A-4254-4BB3-86E30204DC3F}"/>
                </a:ext>
              </a:extLst>
            </p:cNvPr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6D74DF-6C9F-B02C-6C4F-021774AABE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7</a:t>
            </a:fld>
            <a:endParaRPr lang="e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35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1F7B3-81F8-AC79-7784-94FEE852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BAFD-8660-6DE7-2135-7EC48469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Journey to sadness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92ACF-50A1-1F51-4647-0A1C44AC58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3BBB94-D717-AB29-06E8-9BEBE2B91FB9}"/>
              </a:ext>
            </a:extLst>
          </p:cNvPr>
          <p:cNvSpPr txBox="1"/>
          <p:nvPr/>
        </p:nvSpPr>
        <p:spPr>
          <a:xfrm>
            <a:off x="1042319" y="1623237"/>
            <a:ext cx="14253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The Beginning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F906AF-3FFF-9749-A783-54866BED07BD}"/>
              </a:ext>
            </a:extLst>
          </p:cNvPr>
          <p:cNvSpPr txBox="1"/>
          <p:nvPr/>
        </p:nvSpPr>
        <p:spPr>
          <a:xfrm>
            <a:off x="1042319" y="1931014"/>
            <a:ext cx="232307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DbContext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 err="1"/>
              <a:t>ef</a:t>
            </a:r>
            <a:r>
              <a:rPr lang="en-ZA" dirty="0"/>
              <a:t> migrations add …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 err="1"/>
              <a:t>ef</a:t>
            </a:r>
            <a:r>
              <a:rPr lang="en-ZA" dirty="0"/>
              <a:t> database update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ZA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single database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ZA" dirty="0"/>
          </a:p>
          <a:p>
            <a:r>
              <a:rPr lang="en-ZA" i="1" dirty="0"/>
              <a:t>Development progresses ..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connection strings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schema</a:t>
            </a:r>
          </a:p>
          <a:p>
            <a:endParaRPr lang="en-ZA" dirty="0"/>
          </a:p>
        </p:txBody>
      </p:sp>
      <p:pic>
        <p:nvPicPr>
          <p:cNvPr id="36" name="Picture 35" descr="Smiley - Wikipedia">
            <a:extLst>
              <a:ext uri="{FF2B5EF4-FFF2-40B4-BE49-F238E27FC236}">
                <a16:creationId xmlns:a16="http://schemas.microsoft.com/office/drawing/2014/main" id="{E08AC534-93AD-4AD8-6B65-6FE492CF6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541" y="1307850"/>
            <a:ext cx="369168" cy="36916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A90B6CD-05F6-714F-40BD-7ACEEDAAB973}"/>
              </a:ext>
            </a:extLst>
          </p:cNvPr>
          <p:cNvSpPr txBox="1"/>
          <p:nvPr/>
        </p:nvSpPr>
        <p:spPr>
          <a:xfrm>
            <a:off x="3365391" y="1606134"/>
            <a:ext cx="21611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The edge of the swamp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C558A5-EB49-5B94-F7D0-39C83FE6FF16}"/>
              </a:ext>
            </a:extLst>
          </p:cNvPr>
          <p:cNvSpPr txBox="1"/>
          <p:nvPr/>
        </p:nvSpPr>
        <p:spPr>
          <a:xfrm>
            <a:off x="3422095" y="1931014"/>
            <a:ext cx="189987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DbContext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 err="1"/>
              <a:t>ef</a:t>
            </a:r>
            <a:r>
              <a:rPr lang="en-ZA" dirty="0"/>
              <a:t> migrations add …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 err="1"/>
              <a:t>ef</a:t>
            </a:r>
            <a:r>
              <a:rPr lang="en-ZA" dirty="0"/>
              <a:t> database update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ZA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multiple databases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ZA" dirty="0"/>
          </a:p>
          <a:p>
            <a:r>
              <a:rPr lang="en-ZA" i="1" dirty="0"/>
              <a:t>Development slows ..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multiple snap shots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dev, test, </a:t>
            </a:r>
            <a:r>
              <a:rPr lang="en-ZA" dirty="0" err="1"/>
              <a:t>uat</a:t>
            </a:r>
            <a:endParaRPr lang="en-ZA" dirty="0"/>
          </a:p>
          <a:p>
            <a:endParaRPr lang="en-ZA" dirty="0"/>
          </a:p>
        </p:txBody>
      </p:sp>
      <p:pic>
        <p:nvPicPr>
          <p:cNvPr id="41" name="Picture 40" descr="😳 Flushed Face Emoji: Meaning &amp; Usage">
            <a:extLst>
              <a:ext uri="{FF2B5EF4-FFF2-40B4-BE49-F238E27FC236}">
                <a16:creationId xmlns:a16="http://schemas.microsoft.com/office/drawing/2014/main" id="{AD84C5C6-62C3-67C0-7921-42628D52D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975" y="1290463"/>
            <a:ext cx="421333" cy="4213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2A7F46D1-55BC-D6C2-85D9-0BE86F85DE3B}"/>
              </a:ext>
            </a:extLst>
          </p:cNvPr>
          <p:cNvSpPr txBox="1"/>
          <p:nvPr/>
        </p:nvSpPr>
        <p:spPr>
          <a:xfrm>
            <a:off x="6102422" y="1606134"/>
            <a:ext cx="1486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Into the swamp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356B13-47FE-5431-B7FD-B93DBD8BAADF}"/>
              </a:ext>
            </a:extLst>
          </p:cNvPr>
          <p:cNvSpPr txBox="1"/>
          <p:nvPr/>
        </p:nvSpPr>
        <p:spPr>
          <a:xfrm>
            <a:off x="6078753" y="1913911"/>
            <a:ext cx="3047629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DbContext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 err="1"/>
              <a:t>ef</a:t>
            </a:r>
            <a:r>
              <a:rPr lang="en-ZA" dirty="0"/>
              <a:t> migrations add …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 err="1"/>
              <a:t>ef</a:t>
            </a:r>
            <a:r>
              <a:rPr lang="en-ZA" dirty="0"/>
              <a:t> database update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ZA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multiple databases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endParaRPr lang="en-ZA" dirty="0"/>
          </a:p>
          <a:p>
            <a:r>
              <a:rPr lang="en-ZA" i="1" dirty="0"/>
              <a:t>Miserable future becomes apparent!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multiple snaps shots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dev, test, </a:t>
            </a:r>
            <a:r>
              <a:rPr lang="en-ZA" dirty="0" err="1"/>
              <a:t>uat</a:t>
            </a:r>
            <a:endParaRPr lang="en-ZA" dirty="0"/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multiple client databases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lang="en-ZA" dirty="0"/>
              <a:t>schema segmentation</a:t>
            </a:r>
          </a:p>
        </p:txBody>
      </p:sp>
      <p:pic>
        <p:nvPicPr>
          <p:cNvPr id="46" name="Picture 45" descr="Download Crying, Emoji, Face. Royalty-Free Vector Graphic - Pixabay">
            <a:extLst>
              <a:ext uri="{FF2B5EF4-FFF2-40B4-BE49-F238E27FC236}">
                <a16:creationId xmlns:a16="http://schemas.microsoft.com/office/drawing/2014/main" id="{2B7BF7F6-F0F2-4FE2-221A-EEE90EF7C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578" y="1268744"/>
            <a:ext cx="388352" cy="3936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4CAC1B20-9930-7E9A-4F03-10DAD48BA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93" y="4194886"/>
            <a:ext cx="1682713" cy="74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24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DD20005C-5CC4-7D59-630A-BAF194DB8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>
            <a:extLst>
              <a:ext uri="{FF2B5EF4-FFF2-40B4-BE49-F238E27FC236}">
                <a16:creationId xmlns:a16="http://schemas.microsoft.com/office/drawing/2014/main" id="{F42F0044-4752-4354-4AEC-1CF687521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9564" y="211470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41B670"/>
                </a:solidFill>
              </a:rPr>
              <a:t>The Solution</a:t>
            </a:r>
            <a:endParaRPr sz="3000" dirty="0">
              <a:solidFill>
                <a:srgbClr val="41B670"/>
              </a:solidFill>
            </a:endParaRPr>
          </a:p>
        </p:txBody>
      </p:sp>
      <p:grpSp>
        <p:nvGrpSpPr>
          <p:cNvPr id="179" name="Google Shape;179;p16">
            <a:extLst>
              <a:ext uri="{FF2B5EF4-FFF2-40B4-BE49-F238E27FC236}">
                <a16:creationId xmlns:a16="http://schemas.microsoft.com/office/drawing/2014/main" id="{2FE054FE-7A0D-B167-33DB-7835DDBBA2AC}"/>
              </a:ext>
            </a:extLst>
          </p:cNvPr>
          <p:cNvGrpSpPr/>
          <p:nvPr/>
        </p:nvGrpSpPr>
        <p:grpSpPr>
          <a:xfrm>
            <a:off x="6139085" y="4391505"/>
            <a:ext cx="2918815" cy="794548"/>
            <a:chOff x="6139085" y="4391505"/>
            <a:chExt cx="2918815" cy="794548"/>
          </a:xfrm>
        </p:grpSpPr>
        <p:sp>
          <p:nvSpPr>
            <p:cNvPr id="180" name="Google Shape;180;p16">
              <a:extLst>
                <a:ext uri="{FF2B5EF4-FFF2-40B4-BE49-F238E27FC236}">
                  <a16:creationId xmlns:a16="http://schemas.microsoft.com/office/drawing/2014/main" id="{AA50EB6B-95CF-9CA7-3D4A-CC2DD0FD4F8F}"/>
                </a:ext>
              </a:extLst>
            </p:cNvPr>
            <p:cNvSpPr/>
            <p:nvPr/>
          </p:nvSpPr>
          <p:spPr>
            <a:xfrm>
              <a:off x="6553200" y="4516345"/>
              <a:ext cx="2504700" cy="405000"/>
            </a:xfrm>
            <a:prstGeom prst="roundRect">
              <a:avLst>
                <a:gd name="adj" fmla="val 16667"/>
              </a:avLst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" name="Google Shape;181;p16">
              <a:extLst>
                <a:ext uri="{FF2B5EF4-FFF2-40B4-BE49-F238E27FC236}">
                  <a16:creationId xmlns:a16="http://schemas.microsoft.com/office/drawing/2014/main" id="{6DCEFFDA-3F4A-C96E-159C-AFE88231FD0B}"/>
                </a:ext>
              </a:extLst>
            </p:cNvPr>
            <p:cNvGrpSpPr/>
            <p:nvPr/>
          </p:nvGrpSpPr>
          <p:grpSpPr>
            <a:xfrm>
              <a:off x="8262877" y="4391505"/>
              <a:ext cx="711956" cy="654873"/>
              <a:chOff x="6754350" y="4391718"/>
              <a:chExt cx="938266" cy="935800"/>
            </a:xfrm>
          </p:grpSpPr>
          <p:sp>
            <p:nvSpPr>
              <p:cNvPr id="182" name="Google Shape;182;p16">
                <a:extLst>
                  <a:ext uri="{FF2B5EF4-FFF2-40B4-BE49-F238E27FC236}">
                    <a16:creationId xmlns:a16="http://schemas.microsoft.com/office/drawing/2014/main" id="{7683EBC8-6AE5-AA97-26FF-EB9AC3BEA737}"/>
                  </a:ext>
                </a:extLst>
              </p:cNvPr>
              <p:cNvSpPr/>
              <p:nvPr/>
            </p:nvSpPr>
            <p:spPr>
              <a:xfrm>
                <a:off x="6754350" y="4461225"/>
                <a:ext cx="858900" cy="7968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3" name="Google Shape;183;p16">
                <a:extLst>
                  <a:ext uri="{FF2B5EF4-FFF2-40B4-BE49-F238E27FC236}">
                    <a16:creationId xmlns:a16="http://schemas.microsoft.com/office/drawing/2014/main" id="{27F4DF8C-863A-E2BE-59B2-8E177B8EE053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56816" y="4391718"/>
                <a:ext cx="935800" cy="935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84" name="Google Shape;184;p16">
              <a:extLst>
                <a:ext uri="{FF2B5EF4-FFF2-40B4-BE49-F238E27FC236}">
                  <a16:creationId xmlns:a16="http://schemas.microsoft.com/office/drawing/2014/main" id="{E49A3ADA-9C43-2D35-A802-949F2A2B7D09}"/>
                </a:ext>
              </a:extLst>
            </p:cNvPr>
            <p:cNvSpPr txBox="1"/>
            <p:nvPr/>
          </p:nvSpPr>
          <p:spPr>
            <a:xfrm>
              <a:off x="6573764" y="4519339"/>
              <a:ext cx="1754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Orchard Harvest</a:t>
              </a:r>
              <a:endParaRPr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185" name="Google Shape;185;p16">
              <a:extLst>
                <a:ext uri="{FF2B5EF4-FFF2-40B4-BE49-F238E27FC236}">
                  <a16:creationId xmlns:a16="http://schemas.microsoft.com/office/drawing/2014/main" id="{83BB3108-7662-2B70-929D-208105D8E664}"/>
                </a:ext>
              </a:extLst>
            </p:cNvPr>
            <p:cNvSpPr txBox="1"/>
            <p:nvPr/>
          </p:nvSpPr>
          <p:spPr>
            <a:xfrm>
              <a:off x="6139085" y="4847529"/>
              <a:ext cx="2152500" cy="338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rgbClr val="41B670"/>
                  </a:solidFill>
                  <a:latin typeface="Lato"/>
                  <a:ea typeface="Lato"/>
                  <a:cs typeface="Lato"/>
                  <a:sym typeface="Lato"/>
                </a:rPr>
                <a:t>Conference 2026</a:t>
              </a:r>
            </a:p>
          </p:txBody>
        </p:sp>
        <p:sp>
          <p:nvSpPr>
            <p:cNvPr id="186" name="Google Shape;186;p16">
              <a:extLst>
                <a:ext uri="{FF2B5EF4-FFF2-40B4-BE49-F238E27FC236}">
                  <a16:creationId xmlns:a16="http://schemas.microsoft.com/office/drawing/2014/main" id="{56C93A9B-2400-1F77-9E55-A39DDD784A6B}"/>
                </a:ext>
              </a:extLst>
            </p:cNvPr>
            <p:cNvSpPr/>
            <p:nvPr/>
          </p:nvSpPr>
          <p:spPr>
            <a:xfrm>
              <a:off x="8229600" y="4627502"/>
              <a:ext cx="76200" cy="228600"/>
            </a:xfrm>
            <a:prstGeom prst="rect">
              <a:avLst/>
            </a:prstGeom>
            <a:solidFill>
              <a:srgbClr val="41B6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746BB9-68F8-7CF1-E01F-C8D4AE7F357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66836" y="4545002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9</a:t>
            </a:fld>
            <a:endParaRPr lang="e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810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3CADA-C021-C12C-E827-880EE91A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F9367-FAE9-F8BD-56FD-B63CC066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Into the light – maker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F4A40-E10D-BA89-393D-00073C8DCF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728A7-E9CC-7CCA-C006-EC9C63B99982}"/>
              </a:ext>
            </a:extLst>
          </p:cNvPr>
          <p:cNvSpPr txBox="1"/>
          <p:nvPr/>
        </p:nvSpPr>
        <p:spPr>
          <a:xfrm>
            <a:off x="1013637" y="1157995"/>
            <a:ext cx="717343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Things we like and want to leverage in a better future …</a:t>
            </a:r>
          </a:p>
          <a:p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EF Core </a:t>
            </a:r>
            <a:r>
              <a:rPr lang="en-ZA" dirty="0" err="1"/>
              <a:t>dbcontext</a:t>
            </a:r>
            <a:r>
              <a:rPr lang="en-ZA" dirty="0"/>
              <a:t> and associated joy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Orchardcore.net multi-tenant solution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Orchardcore.net </a:t>
            </a:r>
            <a:r>
              <a:rPr lang="en-ZA"/>
              <a:t>schema management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r>
              <a:rPr lang="en-ZA" dirty="0"/>
              <a:t>Things we want to make go away</a:t>
            </a:r>
          </a:p>
          <a:p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EF core database management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r>
              <a:rPr lang="en-ZA" dirty="0"/>
              <a:t>Need to solve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DbContext usage in Orcharcore.net module using connection string and schema client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Database management within the Orchardcore.net multi-tenant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89586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4A494-E40B-1234-C936-A38BFDBC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ADCE7-749F-9005-FE3C-C8B189A3DB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0DEA2D-FE6C-8DCF-4242-868A8CC53318}"/>
              </a:ext>
            </a:extLst>
          </p:cNvPr>
          <p:cNvSpPr txBox="1"/>
          <p:nvPr/>
        </p:nvSpPr>
        <p:spPr>
          <a:xfrm>
            <a:off x="1205023" y="1793357"/>
            <a:ext cx="246253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Access Data using </a:t>
            </a:r>
            <a:r>
              <a:rPr lang="en-ZA" b="1" dirty="0" err="1"/>
              <a:t>EFCore</a:t>
            </a:r>
            <a:endParaRPr lang="en-ZA" b="1" dirty="0"/>
          </a:p>
          <a:p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DBContext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/>
              <a:t>Registration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22522-52A7-D0D0-EAEB-324EB548035F}"/>
              </a:ext>
            </a:extLst>
          </p:cNvPr>
          <p:cNvSpPr txBox="1"/>
          <p:nvPr/>
        </p:nvSpPr>
        <p:spPr>
          <a:xfrm>
            <a:off x="4572000" y="1740194"/>
            <a:ext cx="31277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/>
              <a:t>Manage DB using Orchardcore.net</a:t>
            </a:r>
          </a:p>
          <a:p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Migrations.cs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7988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1E98B-BAB0-3BAB-AB36-611CEF5A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Accessing data using </a:t>
            </a:r>
            <a:r>
              <a:rPr lang="en-ZA" dirty="0" err="1"/>
              <a:t>EFCore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9E062-13A3-50AC-89E4-1A8920CA82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605399-1361-6D91-F53B-859E49DBE018}"/>
              </a:ext>
            </a:extLst>
          </p:cNvPr>
          <p:cNvSpPr txBox="1"/>
          <p:nvPr/>
        </p:nvSpPr>
        <p:spPr>
          <a:xfrm>
            <a:off x="5629909" y="1526888"/>
            <a:ext cx="2706491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OverwatchServiceCollectionExtensions</a:t>
            </a:r>
            <a:endParaRPr lang="en-ZA" sz="9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IServiceCollection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AddOverwatchDatabase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IServiceCollection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services)</a:t>
            </a:r>
            <a:endParaRPr lang="en-ZA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A5D040-6429-C7A5-DD41-BF9006AFF3B6}"/>
              </a:ext>
            </a:extLst>
          </p:cNvPr>
          <p:cNvSpPr txBox="1"/>
          <p:nvPr/>
        </p:nvSpPr>
        <p:spPr>
          <a:xfrm>
            <a:off x="5647920" y="3727929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services.AddOverwatchDatabase</a:t>
            </a:r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en-ZA" sz="8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4AE4F6-14FD-92B4-C34B-DEA75A859F9C}"/>
              </a:ext>
            </a:extLst>
          </p:cNvPr>
          <p:cNvSpPr txBox="1"/>
          <p:nvPr/>
        </p:nvSpPr>
        <p:spPr>
          <a:xfrm>
            <a:off x="784249" y="1526888"/>
            <a:ext cx="457200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ILogger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logger,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DbContextOptions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options) :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_logger = logger;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_schema =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 without schema"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ILogger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logger,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DbContextOptions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options, 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schema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_logger = logger;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_schema = schema;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_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logger.LogInformation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</a:t>
            </a:r>
            <a:r>
              <a:rPr lang="en-US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created with schema: 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{_schema}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1051E1-1E42-C8CE-DFE5-27085ECCD87D}"/>
              </a:ext>
            </a:extLst>
          </p:cNvPr>
          <p:cNvSpPr txBox="1"/>
          <p:nvPr/>
        </p:nvSpPr>
        <p:spPr>
          <a:xfrm>
            <a:off x="1297500" y="1185396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DbContext Constructors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9A39CC-3839-1ADD-8D87-3EF0ED634B43}"/>
              </a:ext>
            </a:extLst>
          </p:cNvPr>
          <p:cNvSpPr txBox="1"/>
          <p:nvPr/>
        </p:nvSpPr>
        <p:spPr>
          <a:xfrm>
            <a:off x="5855038" y="1219111"/>
            <a:ext cx="2456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Service Collection Extension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6407B7-118C-79A7-8B6A-D4D35C1CD360}"/>
              </a:ext>
            </a:extLst>
          </p:cNvPr>
          <p:cNvSpPr txBox="1"/>
          <p:nvPr/>
        </p:nvSpPr>
        <p:spPr>
          <a:xfrm>
            <a:off x="5887224" y="3404522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Module Startup</a:t>
            </a:r>
          </a:p>
        </p:txBody>
      </p:sp>
    </p:spTree>
    <p:extLst>
      <p:ext uri="{BB962C8B-B14F-4D97-AF65-F5344CB8AC3E}">
        <p14:creationId xmlns:p14="http://schemas.microsoft.com/office/powerpoint/2010/main" val="4052456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43C8-ED2D-CCA7-2A74-4985816A6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31093"/>
            <a:ext cx="7038900" cy="914100"/>
          </a:xfrm>
        </p:spPr>
        <p:txBody>
          <a:bodyPr>
            <a:normAutofit/>
          </a:bodyPr>
          <a:lstStyle/>
          <a:p>
            <a:r>
              <a:rPr lang="en-ZA" dirty="0"/>
              <a:t>How &amp; Who</a:t>
            </a:r>
            <a:br>
              <a:rPr lang="en-ZA" dirty="0"/>
            </a:br>
            <a:r>
              <a:rPr lang="en-ZA" sz="1600" dirty="0" err="1"/>
              <a:t>AddOverwatchDatabase</a:t>
            </a:r>
            <a:endParaRPr lang="en-ZA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090F1-8C30-C43C-41C3-19C4450347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6275CA-9051-7644-41D0-C64BA2E76830}"/>
              </a:ext>
            </a:extLst>
          </p:cNvPr>
          <p:cNvSpPr txBox="1"/>
          <p:nvPr/>
        </p:nvSpPr>
        <p:spPr>
          <a:xfrm>
            <a:off x="183416" y="1266972"/>
            <a:ext cx="398144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1. Register the "How" (Options)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services.AddDbContext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&gt;((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options) =&gt;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sp.GetRequiredService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IShellConfiguration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ZA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conn = </a:t>
            </a:r>
            <a:r>
              <a:rPr lang="en-ZA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</a:t>
            </a:r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ConnectionString</a:t>
            </a:r>
            <a:r>
              <a:rPr lang="en-ZA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ZA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provider = </a:t>
            </a:r>
            <a:r>
              <a:rPr lang="en-ZA" sz="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</a:t>
            </a:r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DatabaseProvider</a:t>
            </a:r>
            <a:r>
              <a:rPr lang="en-ZA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];</a:t>
            </a:r>
          </a:p>
          <a:p>
            <a:endParaRPr lang="en-ZA" sz="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ZA" sz="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if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(provider == </a:t>
            </a:r>
            <a:r>
              <a:rPr lang="en-ZA" sz="8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ZA" sz="800" dirty="0" err="1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SqlConnection</a:t>
            </a:r>
            <a:r>
              <a:rPr lang="en-ZA" sz="8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  </a:t>
            </a:r>
            <a:r>
              <a:rPr lang="en-ZA" sz="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options.UseSqlServer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</a:t>
            </a:r>
            <a:r>
              <a:rPr lang="en-ZA" sz="8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$"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{conn}</a:t>
            </a:r>
            <a:r>
              <a:rPr lang="en-ZA" sz="8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;</a:t>
            </a:r>
            <a:r>
              <a:rPr lang="en-ZA" sz="800" dirty="0" err="1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MultipleActiveResultSets</a:t>
            </a:r>
            <a:r>
              <a:rPr lang="en-ZA" sz="8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=True;"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</a:t>
            </a:r>
            <a:r>
              <a:rPr lang="en-ZA" sz="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else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ZA" sz="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if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(provider == </a:t>
            </a:r>
            <a:r>
              <a:rPr lang="en-ZA" sz="8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ZA" sz="800" dirty="0" err="1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Sqlite</a:t>
            </a:r>
            <a:r>
              <a:rPr lang="en-ZA" sz="8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var</a:t>
            </a:r>
            <a:r>
              <a:rPr lang="en-US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accessor = </a:t>
            </a:r>
            <a:r>
              <a:rPr lang="en-US" sz="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sp.GetRequiredService</a:t>
            </a:r>
            <a:r>
              <a:rPr lang="en-US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800" dirty="0" err="1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IDbConnectionAccessor</a:t>
            </a:r>
            <a:r>
              <a:rPr lang="en-US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&gt;();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  </a:t>
            </a:r>
            <a:r>
              <a:rPr lang="en-ZA" sz="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options.UseSqlite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</a:t>
            </a:r>
            <a:r>
              <a:rPr lang="en-ZA" sz="8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accessor.CreateConnection</a:t>
            </a:r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    </a:t>
            </a:r>
            <a:r>
              <a:rPr lang="en-ZA" sz="800" dirty="0">
                <a:solidFill>
                  <a:srgbClr val="008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//</a:t>
            </a:r>
            <a:r>
              <a:rPr lang="en-ZA" sz="800" dirty="0" err="1">
                <a:solidFill>
                  <a:srgbClr val="008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options.UseSqlite</a:t>
            </a:r>
            <a:r>
              <a:rPr lang="en-ZA" sz="800" dirty="0">
                <a:solidFill>
                  <a:srgbClr val="008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(conn);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ZA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{</a:t>
            </a:r>
          </a:p>
          <a:p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en-US" sz="800" dirty="0">
                <a:solidFill>
                  <a:srgbClr val="FFFF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800" dirty="0">
                <a:solidFill>
                  <a:srgbClr val="FFFF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NotSupportedException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$"Unsupported provider '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{provider}</a:t>
            </a:r>
            <a:r>
              <a:rPr lang="en-US" sz="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'."</a:t>
            </a:r>
            <a:r>
              <a:rPr lang="en-US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}</a:t>
            </a:r>
          </a:p>
          <a:p>
            <a:r>
              <a:rPr lang="en-ZA" sz="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  <a:endParaRPr lang="en-ZA" sz="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0529E-0C5F-0768-EFDE-7368FAFA90C6}"/>
              </a:ext>
            </a:extLst>
          </p:cNvPr>
          <p:cNvSpPr txBox="1"/>
          <p:nvPr/>
        </p:nvSpPr>
        <p:spPr>
          <a:xfrm>
            <a:off x="4264975" y="86683"/>
            <a:ext cx="496913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2. Register the "Who" (Instance Factory)</a:t>
            </a:r>
          </a:p>
          <a:p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services.AddScoped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options 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sp.GetRequiredService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DbContextOptions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&gt;&gt;();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logger 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sp.GetRequiredService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ILogger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&gt;&gt;();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sp.GetRequiredService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IShellConfiguration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var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dbProvider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= (</a:t>
            </a:r>
            <a:r>
              <a:rPr lang="en-ZA" sz="9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string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</a:t>
            </a:r>
            <a:r>
              <a:rPr lang="en-ZA" sz="9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shellConfig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[</a:t>
            </a:r>
            <a:r>
              <a:rPr lang="en-ZA" sz="9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DatabaseProvider</a:t>
            </a:r>
            <a:r>
              <a:rPr lang="en-ZA" sz="9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] ?? </a:t>
            </a:r>
            <a:r>
              <a:rPr lang="en-ZA" sz="900" dirty="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"none"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ZA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? schema;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switch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(</a:t>
            </a:r>
            <a:r>
              <a:rPr lang="en-ZA" sz="9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dbProvider.ToLower</a:t>
            </a:r>
            <a:r>
              <a:rPr lang="en-ZA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sqlconnection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schema =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"Schema"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?? 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break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case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sqlite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schema =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break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schema = 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break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//var schema = </a:t>
            </a:r>
            <a:r>
              <a:rPr lang="en-ZA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</a:t>
            </a:r>
            <a:r>
              <a:rPr lang="en-ZA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["</a:t>
            </a:r>
            <a:r>
              <a:rPr lang="en-ZA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TablePrefix</a:t>
            </a:r>
            <a:r>
              <a:rPr lang="en-ZA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"] ?? </a:t>
            </a:r>
            <a:r>
              <a:rPr lang="en-ZA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</a:t>
            </a:r>
            <a:r>
              <a:rPr lang="en-ZA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["Schema"] ?? "</a:t>
            </a:r>
            <a:r>
              <a:rPr lang="en-ZA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ZA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";</a:t>
            </a:r>
          </a:p>
          <a:p>
            <a:endParaRPr lang="en-ZA" sz="9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(schema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(logger, options);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return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OverwatchDbContext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(logger, options, schema);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</a:p>
          <a:p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services;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87619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2F6D3-5CC9-7EA8-64DA-B8DF50FD9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Other DBContext things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405CE-FE12-4FD6-0257-793F196949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51D04-85BB-201D-BE9F-ADE7AC9F0FD8}"/>
              </a:ext>
            </a:extLst>
          </p:cNvPr>
          <p:cNvSpPr txBox="1"/>
          <p:nvPr/>
        </p:nvSpPr>
        <p:spPr>
          <a:xfrm>
            <a:off x="799497" y="1662878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modelBuilder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.Entity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ZA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&gt;(events =&gt;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Chain these methods with a dot (.)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events.ToTable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"Event"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events.HasKey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e.EventId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events.Property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(e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e.EventDateTime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…..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events.Property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o.Data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HasColumnName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"Data"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HasColumnType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nvarchar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(max)"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HasConversion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jsonConverter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Metadata.SetValueComparer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jsonNodeComparer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events.HasIndex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o.EventId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});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0A2793-670F-E4FA-2FB9-39037B7BB133}"/>
              </a:ext>
            </a:extLst>
          </p:cNvPr>
          <p:cNvSpPr txBox="1"/>
          <p:nvPr/>
        </p:nvSpPr>
        <p:spPr>
          <a:xfrm>
            <a:off x="4963788" y="1654271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modelBuilder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.Entity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GroupRecipient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&gt;(gr =&gt;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gr.ToTable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GroupRecipient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gr.HasKey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(g =&gt;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g.GroupId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g.RecipientId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gr.HasOne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(g =&gt;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g.Group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WithMany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rs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rs.GroupRecipients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HasForeignKey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(g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g.GroupId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OnDelete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DeleteBehavior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.Cascade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ZA" sz="9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it-IT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it-IT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gr.HasOne</a:t>
            </a:r>
            <a:r>
              <a:rPr lang="it-IT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(r =&gt; </a:t>
            </a:r>
            <a:r>
              <a:rPr lang="it-IT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r.Recipient</a:t>
            </a:r>
            <a:r>
              <a:rPr lang="it-IT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WithMany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(gs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gs.GroupRecipients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HasForeignKey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(gr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gr.RecipientId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OnDelete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DeleteBehavior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.Cascade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});</a:t>
            </a:r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9DB03A-76FB-02EE-C3B9-CB4D823450F5}"/>
              </a:ext>
            </a:extLst>
          </p:cNvPr>
          <p:cNvSpPr txBox="1"/>
          <p:nvPr/>
        </p:nvSpPr>
        <p:spPr>
          <a:xfrm>
            <a:off x="1768730" y="1303218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Properties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445515-EE0B-5ABF-F74D-1CFAC9EE9384}"/>
              </a:ext>
            </a:extLst>
          </p:cNvPr>
          <p:cNvSpPr txBox="1"/>
          <p:nvPr/>
        </p:nvSpPr>
        <p:spPr>
          <a:xfrm>
            <a:off x="5952471" y="1303217"/>
            <a:ext cx="1170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Relationship</a:t>
            </a:r>
          </a:p>
        </p:txBody>
      </p:sp>
    </p:spTree>
    <p:extLst>
      <p:ext uri="{BB962C8B-B14F-4D97-AF65-F5344CB8AC3E}">
        <p14:creationId xmlns:p14="http://schemas.microsoft.com/office/powerpoint/2010/main" val="1977967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0F19-18B6-2C3C-0B3C-1B5A16FFE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Managing the </a:t>
            </a:r>
            <a:r>
              <a:rPr lang="en-ZA" dirty="0" err="1"/>
              <a:t>EFCore</a:t>
            </a:r>
            <a:r>
              <a:rPr lang="en-ZA" dirty="0"/>
              <a:t> Tables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423BA-E47B-9EAE-8EF8-58B71E9AC0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2CC91F-5BFB-F067-191A-BCCE39091C90}"/>
              </a:ext>
            </a:extLst>
          </p:cNvPr>
          <p:cNvSpPr txBox="1"/>
          <p:nvPr/>
        </p:nvSpPr>
        <p:spPr>
          <a:xfrm>
            <a:off x="390455" y="130785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async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Task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Create()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Get the table prefix from the configuration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prefix = _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shellConfiguration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TablePrefix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?? 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.Empty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schema = _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shellConfiguration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"Schema"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?? 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.Empty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Z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31B24E-0584-9B9E-4CFB-D33509B17D82}"/>
              </a:ext>
            </a:extLst>
          </p:cNvPr>
          <p:cNvSpPr txBox="1"/>
          <p:nvPr/>
        </p:nvSpPr>
        <p:spPr>
          <a:xfrm>
            <a:off x="463875" y="2580337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SchemaBuilder.CreateTableAsync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table =&gt; table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.Column&lt;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long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.EventTypeId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column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column.PrimaryKey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().Identity())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.Column&lt;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.Code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column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column.NotNull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.Column&lt;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.Name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column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column.NotNull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…..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.Column&lt;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.HasOnReceiptConditions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column =&gt;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column.NotNull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WithDefault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false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);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69896-66D1-C806-1311-AFCC633CE143}"/>
              </a:ext>
            </a:extLst>
          </p:cNvPr>
          <p:cNvSpPr txBox="1"/>
          <p:nvPr/>
        </p:nvSpPr>
        <p:spPr>
          <a:xfrm>
            <a:off x="4962455" y="2981982"/>
            <a:ext cx="38344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Add composite primary key</a:t>
            </a:r>
          </a:p>
          <a:p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SchemaBuilder.AlterTableAsync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GroupRecipient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table =&gt; table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CreateIndex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PK_GroupRecipient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GroupRecipient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.GroupId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GroupRecipient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.RecipientId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A78BB5-D704-39DD-702E-ABEB8122EB4F}"/>
              </a:ext>
            </a:extLst>
          </p:cNvPr>
          <p:cNvSpPr txBox="1"/>
          <p:nvPr/>
        </p:nvSpPr>
        <p:spPr>
          <a:xfrm>
            <a:off x="5100615" y="1321702"/>
            <a:ext cx="38344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9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US" sz="9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table - lookup by code</a:t>
            </a:r>
          </a:p>
          <a:p>
            <a:r>
              <a:rPr lang="en-ZA" sz="9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await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SchemaBuilder.AlterTableAsync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table =&gt; table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CreateIndex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IX_EventType_Code</a:t>
            </a:r>
            <a:r>
              <a:rPr lang="en-ZA" sz="9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ZA" sz="9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nameof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ZA" sz="9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EventType</a:t>
            </a:r>
            <a:r>
              <a:rPr lang="en-ZA" sz="9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.Code</a:t>
            </a:r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ZA" sz="9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4492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9996-29A1-8FC5-CF28-97F03983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Caveats in </a:t>
            </a:r>
            <a:r>
              <a:rPr lang="en-ZA" dirty="0" err="1"/>
              <a:t>Migrations.cs</a:t>
            </a:r>
            <a:r>
              <a:rPr lang="en-ZA" dirty="0"/>
              <a:t> – The Price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BE451-58A7-EA70-2974-F551AABEBF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84BDE-B9C0-E52D-4E2A-8134AB119ECD}"/>
              </a:ext>
            </a:extLst>
          </p:cNvPr>
          <p:cNvSpPr txBox="1"/>
          <p:nvPr/>
        </p:nvSpPr>
        <p:spPr>
          <a:xfrm>
            <a:off x="624061" y="1307850"/>
            <a:ext cx="457200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buNone/>
            </a:pPr>
            <a:r>
              <a:rPr lang="en-ZA" sz="1200" b="1" dirty="0">
                <a:solidFill>
                  <a:srgbClr val="000000"/>
                </a:solidFill>
                <a:effectLst/>
                <a:latin typeface="Arial"/>
              </a:rPr>
              <a:t>3.1 </a:t>
            </a:r>
            <a:r>
              <a:rPr lang="en-ZA" sz="1200" b="1" dirty="0" err="1">
                <a:solidFill>
                  <a:srgbClr val="000000"/>
                </a:solidFill>
                <a:effectLst/>
                <a:latin typeface="Arial"/>
              </a:rPr>
              <a:t>SchemaBuilder</a:t>
            </a:r>
            <a:r>
              <a:rPr lang="en-ZA" sz="1200" b="1" dirty="0">
                <a:solidFill>
                  <a:srgbClr val="000000"/>
                </a:solidFill>
                <a:effectLst/>
                <a:latin typeface="Arial"/>
              </a:rPr>
              <a:t> defines and evolves the table</a:t>
            </a:r>
          </a:p>
          <a:p>
            <a:pPr>
              <a:buNone/>
            </a:pPr>
            <a:r>
              <a:rPr lang="en-ZA" sz="1200" dirty="0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All DDL 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for the shared table is issued from 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IDataMigration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 methods (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CreateAsync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, and successive 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UpdateFromNAsync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 methods) </a:t>
            </a:r>
            <a:r>
              <a:rPr lang="en-ZA" sz="1200" dirty="0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using </a:t>
            </a:r>
            <a:r>
              <a:rPr lang="en-ZA" sz="1200" dirty="0" err="1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SchemaBuilder</a:t>
            </a:r>
            <a:r>
              <a:rPr lang="en-ZA" sz="1200" dirty="0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. </a:t>
            </a:r>
            <a:endParaRPr lang="en-ZA" sz="1200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6073B-A845-FCAC-3494-1737C9C58B73}"/>
              </a:ext>
            </a:extLst>
          </p:cNvPr>
          <p:cNvSpPr txBox="1"/>
          <p:nvPr/>
        </p:nvSpPr>
        <p:spPr>
          <a:xfrm>
            <a:off x="624061" y="2391141"/>
            <a:ext cx="4572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buNone/>
            </a:pPr>
            <a:r>
              <a:rPr lang="en-ZA" sz="1200" b="1" dirty="0">
                <a:solidFill>
                  <a:srgbClr val="000000"/>
                </a:solidFill>
                <a:effectLst/>
                <a:latin typeface="Arial"/>
              </a:rPr>
              <a:t>3.2 The DbContext is configured without migration capability</a:t>
            </a:r>
          </a:p>
          <a:p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The DbContext's 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OnModelCreating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 configures entity-to-table and property-to-column mappings using Fluent API calls (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ToTable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, 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HasColumnName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, 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HasMaxLength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, 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HasConversion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, and similar), but the </a:t>
            </a:r>
            <a:r>
              <a:rPr lang="en-ZA" sz="1200" dirty="0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module never calls dotnet </a:t>
            </a:r>
            <a:r>
              <a:rPr lang="en-ZA" sz="1200" dirty="0" err="1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ef</a:t>
            </a:r>
            <a:r>
              <a:rPr lang="en-ZA" sz="1200" dirty="0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 migrations add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.</a:t>
            </a:r>
            <a:r>
              <a:rPr lang="en-ZA" sz="1200" dirty="0"/>
              <a:t> The DbContext's </a:t>
            </a:r>
            <a:r>
              <a:rPr lang="en-ZA" sz="1200" dirty="0">
                <a:highlight>
                  <a:srgbClr val="FFFF00"/>
                </a:highlight>
              </a:rPr>
              <a:t>model exists solely to describe, for EF Core's own query translator and change tracker, the shape of a table </a:t>
            </a:r>
            <a:r>
              <a:rPr lang="en-ZA" sz="1200" dirty="0"/>
              <a:t>it does not create or alter.</a:t>
            </a:r>
          </a:p>
          <a:p>
            <a:pPr>
              <a:buNone/>
            </a:pPr>
            <a:endParaRPr lang="en-ZA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FE69E5-CD51-A022-30E2-74AED2054D26}"/>
              </a:ext>
            </a:extLst>
          </p:cNvPr>
          <p:cNvSpPr txBox="1"/>
          <p:nvPr/>
        </p:nvSpPr>
        <p:spPr>
          <a:xfrm>
            <a:off x="5297511" y="1648200"/>
            <a:ext cx="3572837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buNone/>
            </a:pPr>
            <a:r>
              <a:rPr lang="en-ZA" sz="1200" b="1" dirty="0">
                <a:solidFill>
                  <a:srgbClr val="000000"/>
                </a:solidFill>
                <a:effectLst/>
                <a:latin typeface="Arial"/>
              </a:rPr>
              <a:t>3.3 Manual synchronization discipline</a:t>
            </a:r>
          </a:p>
          <a:p>
            <a:pPr>
              <a:buNone/>
            </a:pP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Because EF Core is given no migration history to check its model against, there is no compiler- or tooling-level guarantee that the DbContext's Fluent API configuration matches the table </a:t>
            </a:r>
            <a:r>
              <a:rPr lang="en-ZA" sz="1200" dirty="0" err="1">
                <a:effectLst/>
                <a:latin typeface="Arial"/>
                <a:ea typeface="Calibri" panose="020F0502020204030204" pitchFamily="34" charset="0"/>
              </a:rPr>
              <a:t>SchemaBuilder</a:t>
            </a:r>
            <a:r>
              <a:rPr lang="en-ZA" sz="1200" dirty="0">
                <a:effectLst/>
                <a:latin typeface="Arial"/>
                <a:ea typeface="Calibri" panose="020F0502020204030204" pitchFamily="34" charset="0"/>
              </a:rPr>
              <a:t> actually produced. </a:t>
            </a:r>
            <a:r>
              <a:rPr lang="en-ZA" sz="1200" dirty="0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Every </a:t>
            </a:r>
            <a:r>
              <a:rPr lang="en-ZA" sz="1200" dirty="0" err="1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UpdateFromNAsync</a:t>
            </a:r>
            <a:r>
              <a:rPr lang="en-ZA" sz="1200" dirty="0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 that changes the table's structure must be accompanied, in the same change set, by a corresponding update to </a:t>
            </a:r>
            <a:r>
              <a:rPr lang="en-ZA" sz="1200" dirty="0" err="1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OnModelCreating</a:t>
            </a:r>
            <a:r>
              <a:rPr lang="en-ZA" sz="1200" dirty="0">
                <a:effectLst/>
                <a:highlight>
                  <a:srgbClr val="FFFF00"/>
                </a:highlight>
                <a:latin typeface="Arial"/>
                <a:ea typeface="Calibri" panose="020F0502020204030204" pitchFamily="34" charset="0"/>
              </a:rPr>
              <a:t>.</a:t>
            </a:r>
            <a:endParaRPr lang="en-ZA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9949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BC002A-8E63-B640-A282-282D09314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Questions/ Comments/ Advice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378B36D-17B2-4F3B-98C4-568F6E20C0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>
                <a:solidFill>
                  <a:srgbClr val="00B050"/>
                </a:solidFill>
              </a:rPr>
              <a:t>No tomatoes or </a:t>
            </a:r>
            <a:r>
              <a:rPr lang="en-ZA">
                <a:solidFill>
                  <a:srgbClr val="00B050"/>
                </a:solidFill>
              </a:rPr>
              <a:t>eggs please ….</a:t>
            </a:r>
            <a:endParaRPr lang="en-ZA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647A2-996B-738B-4D83-7D8B3FF601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2541367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Microsoft Office PowerPoint</Application>
  <PresentationFormat>On-screen Show (16:9)</PresentationFormat>
  <Paragraphs>309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Montserrat SemiBold</vt:lpstr>
      <vt:lpstr>Lato</vt:lpstr>
      <vt:lpstr>Montserrat</vt:lpstr>
      <vt:lpstr>Cascadia Mono</vt:lpstr>
      <vt:lpstr>Focus</vt:lpstr>
      <vt:lpstr>Leveraging EF Core in OC Context</vt:lpstr>
      <vt:lpstr>About Me</vt:lpstr>
      <vt:lpstr>Agenda</vt:lpstr>
      <vt:lpstr>The Case</vt:lpstr>
      <vt:lpstr>The Case – IOT device and State management in a multi-tenanted context</vt:lpstr>
      <vt:lpstr>Event Related Entities</vt:lpstr>
      <vt:lpstr>The Journey</vt:lpstr>
      <vt:lpstr>The Journey to sadness</vt:lpstr>
      <vt:lpstr>The Solution</vt:lpstr>
      <vt:lpstr>Into the light – maker style</vt:lpstr>
      <vt:lpstr>The solution</vt:lpstr>
      <vt:lpstr>Accessing data using EFCore</vt:lpstr>
      <vt:lpstr>How &amp; Who AddOverwatchDatabase</vt:lpstr>
      <vt:lpstr>Other DBContext things</vt:lpstr>
      <vt:lpstr>Managing the EFCore Tables</vt:lpstr>
      <vt:lpstr>Caveats in Migrations.cs – The Price</vt:lpstr>
      <vt:lpstr>Questions/ Comments/ Advice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</dc:title>
  <dc:creator>Paul Bull</dc:creator>
  <cp:lastModifiedBy>Paul Bull</cp:lastModifiedBy>
  <cp:revision>7</cp:revision>
  <dcterms:modified xsi:type="dcterms:W3CDTF">2026-09-11T15:39:24Z</dcterms:modified>
</cp:coreProperties>
</file>